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4"/>
  </p:sldMasterIdLst>
  <p:notesMasterIdLst>
    <p:notesMasterId r:id="rId11"/>
  </p:notesMasterIdLst>
  <p:sldIdLst>
    <p:sldId id="309" r:id="rId5"/>
    <p:sldId id="311" r:id="rId6"/>
    <p:sldId id="312" r:id="rId7"/>
    <p:sldId id="313" r:id="rId8"/>
    <p:sldId id="310" r:id="rId9"/>
    <p:sldId id="315" r:id="rId10"/>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nie Sporen" initials="AS" lastIdx="9" clrIdx="0">
    <p:extLst>
      <p:ext uri="{19B8F6BF-5375-455C-9EA6-DF929625EA0E}">
        <p15:presenceInfo xmlns:p15="http://schemas.microsoft.com/office/powerpoint/2012/main" userId="S::annie@pptsolutions.nl::57679a70-72f5-4b6b-ac13-ac2a9357978d" providerId="AD"/>
      </p:ext>
    </p:extLst>
  </p:cmAuthor>
  <p:cmAuthor id="2" name="Sera de Vries" initials="SdV" lastIdx="18" clrIdx="1">
    <p:extLst>
      <p:ext uri="{19B8F6BF-5375-455C-9EA6-DF929625EA0E}">
        <p15:presenceInfo xmlns:p15="http://schemas.microsoft.com/office/powerpoint/2012/main" userId="S::sera@pptsolutions.nl::3303f409-83b3-4a68-9145-6c8f86f2483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FB411"/>
    <a:srgbClr val="0A6830"/>
    <a:srgbClr val="658675"/>
    <a:srgbClr val="A8BFB6"/>
    <a:srgbClr val="1C652C"/>
    <a:srgbClr val="EBEBEC"/>
    <a:srgbClr val="FF9B34"/>
    <a:srgbClr val="E0CA52"/>
    <a:srgbClr val="BC0031"/>
    <a:srgbClr val="F0F4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ijl, gemiddeld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Stijl, gemiddeld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26" autoAdjust="0"/>
    <p:restoredTop sz="94658" autoAdjust="0"/>
  </p:normalViewPr>
  <p:slideViewPr>
    <p:cSldViewPr snapToGrid="0">
      <p:cViewPr>
        <p:scale>
          <a:sx n="124" d="100"/>
          <a:sy n="124" d="100"/>
        </p:scale>
        <p:origin x="984" y="88"/>
      </p:cViewPr>
      <p:guideLst/>
    </p:cSldViewPr>
  </p:slideViewPr>
  <p:outlineViewPr>
    <p:cViewPr>
      <p:scale>
        <a:sx n="33" d="100"/>
        <a:sy n="33" d="100"/>
      </p:scale>
      <p:origin x="0" y="-2688"/>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790A07-196B-4F4B-8E8C-301FB387CBE5}" type="datetimeFigureOut">
              <a:rPr lang="nl-NL" smtClean="0"/>
              <a:t>16-10-2026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C176B4-2F3E-4542-A88B-B482618D0CAA}" type="slidenum">
              <a:rPr lang="nl-NL" smtClean="0"/>
              <a:t>‹#›</a:t>
            </a:fld>
            <a:endParaRPr lang="nl-NL"/>
          </a:p>
        </p:txBody>
      </p:sp>
    </p:spTree>
    <p:extLst>
      <p:ext uri="{BB962C8B-B14F-4D97-AF65-F5344CB8AC3E}">
        <p14:creationId xmlns:p14="http://schemas.microsoft.com/office/powerpoint/2010/main" val="4017792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36985-FC57-003C-13E0-FFF8F7868F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0A7017-6B6D-9675-FC5C-5BAB2C2CDF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F6BA71-93E5-F377-D184-DAD1A185FFE1}"/>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76417102-EC0C-823A-E591-B9609580B642}"/>
              </a:ext>
            </a:extLst>
          </p:cNvPr>
          <p:cNvSpPr>
            <a:spLocks noGrp="1"/>
          </p:cNvSpPr>
          <p:nvPr>
            <p:ph type="sldNum" sz="quarter" idx="5"/>
          </p:nvPr>
        </p:nvSpPr>
        <p:spPr/>
        <p:txBody>
          <a:bodyPr/>
          <a:lstStyle/>
          <a:p>
            <a:fld id="{48C176B4-2F3E-4542-A88B-B482618D0CAA}" type="slidenum">
              <a:rPr lang="nl-NL" smtClean="0"/>
              <a:t>1</a:t>
            </a:fld>
            <a:endParaRPr lang="nl-NL"/>
          </a:p>
        </p:txBody>
      </p:sp>
    </p:spTree>
    <p:extLst>
      <p:ext uri="{BB962C8B-B14F-4D97-AF65-F5344CB8AC3E}">
        <p14:creationId xmlns:p14="http://schemas.microsoft.com/office/powerpoint/2010/main" val="978541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A22E3-8D39-BFD6-533D-ECD99E9415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53DB2-CCFB-029E-620E-F9BF47CFFC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695EFC-90D3-3A07-674C-710F99412A35}"/>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1F449883-D629-263F-3673-9ACC925ACBD9}"/>
              </a:ext>
            </a:extLst>
          </p:cNvPr>
          <p:cNvSpPr>
            <a:spLocks noGrp="1"/>
          </p:cNvSpPr>
          <p:nvPr>
            <p:ph type="sldNum" sz="quarter" idx="5"/>
          </p:nvPr>
        </p:nvSpPr>
        <p:spPr/>
        <p:txBody>
          <a:bodyPr/>
          <a:lstStyle/>
          <a:p>
            <a:fld id="{48C176B4-2F3E-4542-A88B-B482618D0CAA}" type="slidenum">
              <a:rPr lang="nl-NL" smtClean="0"/>
              <a:t>2</a:t>
            </a:fld>
            <a:endParaRPr lang="nl-NL"/>
          </a:p>
        </p:txBody>
      </p:sp>
    </p:spTree>
    <p:extLst>
      <p:ext uri="{BB962C8B-B14F-4D97-AF65-F5344CB8AC3E}">
        <p14:creationId xmlns:p14="http://schemas.microsoft.com/office/powerpoint/2010/main" val="938217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DEDB6-4CF5-14C1-1688-862870CD3F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616CC5-E133-2220-4EEF-7CF728B936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FFD947-BC29-31A3-CE8C-C53A49773A04}"/>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2473711-F5B3-374A-F3D5-A0F4AFB8CC3D}"/>
              </a:ext>
            </a:extLst>
          </p:cNvPr>
          <p:cNvSpPr>
            <a:spLocks noGrp="1"/>
          </p:cNvSpPr>
          <p:nvPr>
            <p:ph type="sldNum" sz="quarter" idx="5"/>
          </p:nvPr>
        </p:nvSpPr>
        <p:spPr/>
        <p:txBody>
          <a:bodyPr/>
          <a:lstStyle/>
          <a:p>
            <a:fld id="{48C176B4-2F3E-4542-A88B-B482618D0CAA}" type="slidenum">
              <a:rPr lang="nl-NL" smtClean="0"/>
              <a:t>3</a:t>
            </a:fld>
            <a:endParaRPr lang="nl-NL"/>
          </a:p>
        </p:txBody>
      </p:sp>
    </p:spTree>
    <p:extLst>
      <p:ext uri="{BB962C8B-B14F-4D97-AF65-F5344CB8AC3E}">
        <p14:creationId xmlns:p14="http://schemas.microsoft.com/office/powerpoint/2010/main" val="3294725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96CEE-33B0-361E-95E0-DAF2DC4BE0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0360C0-40F4-21D1-282F-0E01EA7A91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FD4FDB-57D8-B3F3-4261-094E2E5E9387}"/>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F46F03D6-E3C6-6A15-1A19-CBDC182D1B5D}"/>
              </a:ext>
            </a:extLst>
          </p:cNvPr>
          <p:cNvSpPr>
            <a:spLocks noGrp="1"/>
          </p:cNvSpPr>
          <p:nvPr>
            <p:ph type="sldNum" sz="quarter" idx="5"/>
          </p:nvPr>
        </p:nvSpPr>
        <p:spPr/>
        <p:txBody>
          <a:bodyPr/>
          <a:lstStyle/>
          <a:p>
            <a:fld id="{48C176B4-2F3E-4542-A88B-B482618D0CAA}" type="slidenum">
              <a:rPr lang="nl-NL" smtClean="0"/>
              <a:t>4</a:t>
            </a:fld>
            <a:endParaRPr lang="nl-NL"/>
          </a:p>
        </p:txBody>
      </p:sp>
    </p:spTree>
    <p:extLst>
      <p:ext uri="{BB962C8B-B14F-4D97-AF65-F5344CB8AC3E}">
        <p14:creationId xmlns:p14="http://schemas.microsoft.com/office/powerpoint/2010/main" val="3776650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7C8B4-60D9-AE9D-D026-EF82B5203E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2992C7-B650-0EBC-4A29-C9B899E2B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F5362D-4A7F-BB68-2C57-7C3FF5018329}"/>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C4277235-D46A-0DE0-DADB-F772EAE9DDBD}"/>
              </a:ext>
            </a:extLst>
          </p:cNvPr>
          <p:cNvSpPr>
            <a:spLocks noGrp="1"/>
          </p:cNvSpPr>
          <p:nvPr>
            <p:ph type="sldNum" sz="quarter" idx="5"/>
          </p:nvPr>
        </p:nvSpPr>
        <p:spPr/>
        <p:txBody>
          <a:bodyPr/>
          <a:lstStyle/>
          <a:p>
            <a:fld id="{48C176B4-2F3E-4542-A88B-B482618D0CAA}" type="slidenum">
              <a:rPr lang="nl-NL" smtClean="0"/>
              <a:t>5</a:t>
            </a:fld>
            <a:endParaRPr lang="nl-NL"/>
          </a:p>
        </p:txBody>
      </p:sp>
    </p:spTree>
    <p:extLst>
      <p:ext uri="{BB962C8B-B14F-4D97-AF65-F5344CB8AC3E}">
        <p14:creationId xmlns:p14="http://schemas.microsoft.com/office/powerpoint/2010/main" val="36448255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80E00-4C0E-D3C8-5EEB-0458CA90E6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6FD28F-2FB5-110F-B6DC-F822242298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1E6183-1F26-64C6-55EF-6EAEF87034F1}"/>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4FCF4608-4ACF-F9E9-DC5B-DC82F3F9EE61}"/>
              </a:ext>
            </a:extLst>
          </p:cNvPr>
          <p:cNvSpPr>
            <a:spLocks noGrp="1"/>
          </p:cNvSpPr>
          <p:nvPr>
            <p:ph type="sldNum" sz="quarter" idx="5"/>
          </p:nvPr>
        </p:nvSpPr>
        <p:spPr/>
        <p:txBody>
          <a:bodyPr/>
          <a:lstStyle/>
          <a:p>
            <a:fld id="{48C176B4-2F3E-4542-A88B-B482618D0CAA}" type="slidenum">
              <a:rPr lang="nl-NL" smtClean="0"/>
              <a:t>6</a:t>
            </a:fld>
            <a:endParaRPr lang="nl-NL"/>
          </a:p>
        </p:txBody>
      </p:sp>
    </p:spTree>
    <p:extLst>
      <p:ext uri="{BB962C8B-B14F-4D97-AF65-F5344CB8AC3E}">
        <p14:creationId xmlns:p14="http://schemas.microsoft.com/office/powerpoint/2010/main" val="211798575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43" name="Tijdelijke aanduiding voor afbeelding 16">
            <a:extLst>
              <a:ext uri="{FF2B5EF4-FFF2-40B4-BE49-F238E27FC236}">
                <a16:creationId xmlns:a16="http://schemas.microsoft.com/office/drawing/2014/main" id="{0CC5F10E-9DED-472E-9A03-A3B77F410C1F}"/>
              </a:ext>
            </a:extLst>
          </p:cNvPr>
          <p:cNvSpPr>
            <a:spLocks noGrp="1"/>
          </p:cNvSpPr>
          <p:nvPr>
            <p:ph type="pic" sz="quarter" idx="13"/>
          </p:nvPr>
        </p:nvSpPr>
        <p:spPr>
          <a:xfrm>
            <a:off x="6096000" y="0"/>
            <a:ext cx="6095999" cy="6858000"/>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144" name="Titel 1">
            <a:extLst>
              <a:ext uri="{FF2B5EF4-FFF2-40B4-BE49-F238E27FC236}">
                <a16:creationId xmlns:a16="http://schemas.microsoft.com/office/drawing/2014/main" id="{473EA514-D447-4B2B-A558-A7763FD4563D}"/>
              </a:ext>
            </a:extLst>
          </p:cNvPr>
          <p:cNvSpPr>
            <a:spLocks noGrp="1"/>
          </p:cNvSpPr>
          <p:nvPr>
            <p:ph type="title" hasCustomPrompt="1"/>
          </p:nvPr>
        </p:nvSpPr>
        <p:spPr>
          <a:xfrm>
            <a:off x="515938" y="2365078"/>
            <a:ext cx="5046662" cy="1823639"/>
          </a:xfrm>
        </p:spPr>
        <p:txBody>
          <a:bodyPr/>
          <a:lstStyle>
            <a:lvl1pPr>
              <a:defRPr sz="4400"/>
            </a:lvl1pPr>
          </a:lstStyle>
          <a:p>
            <a:r>
              <a:rPr lang="nl-NL" noProof="0" dirty="0"/>
              <a:t>Click </a:t>
            </a:r>
            <a:r>
              <a:rPr lang="nl-NL" noProof="0" dirty="0" err="1"/>
              <a:t>to</a:t>
            </a:r>
            <a:r>
              <a:rPr lang="nl-NL" noProof="0" dirty="0"/>
              <a:t> </a:t>
            </a:r>
            <a:br>
              <a:rPr lang="nl-NL" noProof="0" dirty="0"/>
            </a:br>
            <a:r>
              <a:rPr lang="nl-NL" noProof="0" dirty="0" err="1"/>
              <a:t>add</a:t>
            </a:r>
            <a:r>
              <a:rPr lang="nl-NL" noProof="0" dirty="0"/>
              <a:t> </a:t>
            </a:r>
            <a:r>
              <a:rPr lang="nl-NL" noProof="0" dirty="0" err="1"/>
              <a:t>title</a:t>
            </a:r>
            <a:r>
              <a:rPr lang="nl-NL" noProof="0" dirty="0"/>
              <a:t> </a:t>
            </a:r>
            <a:br>
              <a:rPr lang="nl-NL" noProof="0" dirty="0"/>
            </a:br>
            <a:r>
              <a:rPr lang="nl-NL" noProof="0" dirty="0"/>
              <a:t>max. 3 </a:t>
            </a:r>
            <a:r>
              <a:rPr lang="nl-NL" noProof="0" dirty="0" err="1"/>
              <a:t>lines</a:t>
            </a:r>
            <a:endParaRPr lang="nl-NL" noProof="0" dirty="0"/>
          </a:p>
        </p:txBody>
      </p:sp>
      <p:sp>
        <p:nvSpPr>
          <p:cNvPr id="145" name="Tijdelijke aanduiding voor verticale tekst 2">
            <a:extLst>
              <a:ext uri="{FF2B5EF4-FFF2-40B4-BE49-F238E27FC236}">
                <a16:creationId xmlns:a16="http://schemas.microsoft.com/office/drawing/2014/main" id="{4333DE95-4C11-467D-8C4E-7395A74F6CEB}"/>
              </a:ext>
            </a:extLst>
          </p:cNvPr>
          <p:cNvSpPr>
            <a:spLocks noGrp="1"/>
          </p:cNvSpPr>
          <p:nvPr>
            <p:ph type="body" orient="vert" idx="16" hasCustomPrompt="1"/>
          </p:nvPr>
        </p:nvSpPr>
        <p:spPr>
          <a:xfrm>
            <a:off x="515938" y="1909709"/>
            <a:ext cx="5046662" cy="291284"/>
          </a:xfrm>
        </p:spPr>
        <p:txBody>
          <a:bodyPr vert="horz"/>
          <a:lstStyle>
            <a:lvl1pPr marL="0" indent="0">
              <a:buFont typeface="Arial" panose="020B0604020202020204" pitchFamily="34" charset="0"/>
              <a:buNone/>
              <a:defRPr sz="2200"/>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Subtitle</a:t>
            </a:r>
            <a:r>
              <a:rPr lang="nl-NL" noProof="0" dirty="0"/>
              <a:t> </a:t>
            </a:r>
            <a:r>
              <a:rPr lang="nl-NL" noProof="0" dirty="0" err="1"/>
              <a:t>optional</a:t>
            </a:r>
            <a:endParaRPr lang="nl-NL" noProof="0" dirty="0"/>
          </a:p>
        </p:txBody>
      </p:sp>
      <p:sp>
        <p:nvSpPr>
          <p:cNvPr id="5" name="Tijdelijke aanduiding voor voettekst 4">
            <a:extLst>
              <a:ext uri="{FF2B5EF4-FFF2-40B4-BE49-F238E27FC236}">
                <a16:creationId xmlns:a16="http://schemas.microsoft.com/office/drawing/2014/main" id="{9494CA00-555D-4751-8668-226BC887CEBE}"/>
              </a:ext>
            </a:extLst>
          </p:cNvPr>
          <p:cNvSpPr>
            <a:spLocks noGrp="1"/>
          </p:cNvSpPr>
          <p:nvPr>
            <p:ph type="ftr" sz="quarter" idx="11"/>
          </p:nvPr>
        </p:nvSpPr>
        <p:spPr>
          <a:xfrm>
            <a:off x="648000" y="7315200"/>
            <a:ext cx="4114800" cy="151790"/>
          </a:xfrm>
        </p:spPr>
        <p:txBody>
          <a:bodyPr/>
          <a:lstStyle/>
          <a:p>
            <a:endParaRPr lang="nl-NL" noProof="0"/>
          </a:p>
        </p:txBody>
      </p:sp>
      <p:sp>
        <p:nvSpPr>
          <p:cNvPr id="6" name="Tijdelijke aanduiding voor dianummer 5">
            <a:extLst>
              <a:ext uri="{FF2B5EF4-FFF2-40B4-BE49-F238E27FC236}">
                <a16:creationId xmlns:a16="http://schemas.microsoft.com/office/drawing/2014/main" id="{2D1BBC6E-F9BF-4357-8F2F-8FFB4D00068A}"/>
              </a:ext>
            </a:extLst>
          </p:cNvPr>
          <p:cNvSpPr>
            <a:spLocks noGrp="1"/>
          </p:cNvSpPr>
          <p:nvPr>
            <p:ph type="sldNum" sz="quarter" idx="12"/>
          </p:nvPr>
        </p:nvSpPr>
        <p:spPr>
          <a:xfrm>
            <a:off x="11259402" y="7315200"/>
            <a:ext cx="284597" cy="151790"/>
          </a:xfrm>
        </p:spPr>
        <p:txBody>
          <a:bodyPr/>
          <a:lstStyle/>
          <a:p>
            <a:fld id="{D7B5DC5B-6873-43DB-ADC7-B15ACCE0DFDB}" type="slidenum">
              <a:rPr lang="nl-NL" noProof="0" smtClean="0"/>
              <a:t>‹#›</a:t>
            </a:fld>
            <a:endParaRPr lang="nl-NL" noProof="0"/>
          </a:p>
        </p:txBody>
      </p:sp>
      <p:sp>
        <p:nvSpPr>
          <p:cNvPr id="7" name="Rechthoek: afgeronde hoeken 6">
            <a:extLst>
              <a:ext uri="{FF2B5EF4-FFF2-40B4-BE49-F238E27FC236}">
                <a16:creationId xmlns:a16="http://schemas.microsoft.com/office/drawing/2014/main" id="{7D3AA19E-3DC8-4556-BC42-05B65FEB6237}"/>
              </a:ext>
            </a:extLst>
          </p:cNvPr>
          <p:cNvSpPr/>
          <p:nvPr userDrawn="1"/>
        </p:nvSpPr>
        <p:spPr>
          <a:xfrm>
            <a:off x="0" y="-429492"/>
            <a:ext cx="1942840"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dirty="0">
                <a:solidFill>
                  <a:schemeClr val="accent2"/>
                </a:solidFill>
                <a:latin typeface="+mj-lt"/>
              </a:rPr>
              <a:t>TITLE SLIDE</a:t>
            </a:r>
          </a:p>
        </p:txBody>
      </p:sp>
      <p:sp>
        <p:nvSpPr>
          <p:cNvPr id="3" name="Ondertitel 2">
            <a:extLst>
              <a:ext uri="{FF2B5EF4-FFF2-40B4-BE49-F238E27FC236}">
                <a16:creationId xmlns:a16="http://schemas.microsoft.com/office/drawing/2014/main" id="{CEA18CD7-32A7-41E4-9DF7-7259FA2187F6}"/>
              </a:ext>
            </a:extLst>
          </p:cNvPr>
          <p:cNvSpPr>
            <a:spLocks noGrp="1"/>
          </p:cNvSpPr>
          <p:nvPr>
            <p:ph type="subTitle" idx="1" hasCustomPrompt="1"/>
          </p:nvPr>
        </p:nvSpPr>
        <p:spPr>
          <a:xfrm>
            <a:off x="515938" y="5810479"/>
            <a:ext cx="2600263" cy="240496"/>
          </a:xfrm>
        </p:spPr>
        <p:txBody>
          <a:bodyPr/>
          <a:lstStyle>
            <a:lvl1pPr marL="0" indent="0" algn="l">
              <a:buFont typeface="Arial" panose="020B0604020202020204" pitchFamily="34" charset="0"/>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nl-NL" noProof="0" dirty="0"/>
              <a:t>Name presenter| </a:t>
            </a:r>
            <a:r>
              <a:rPr lang="nl-NL" noProof="0" dirty="0" err="1"/>
              <a:t>Location</a:t>
            </a:r>
            <a:endParaRPr lang="nl-NL" noProof="0" dirty="0"/>
          </a:p>
        </p:txBody>
      </p:sp>
      <p:sp>
        <p:nvSpPr>
          <p:cNvPr id="4" name="Tijdelijke aanduiding voor datum 3">
            <a:extLst>
              <a:ext uri="{FF2B5EF4-FFF2-40B4-BE49-F238E27FC236}">
                <a16:creationId xmlns:a16="http://schemas.microsoft.com/office/drawing/2014/main" id="{5EEA2768-3B92-4FC5-8ED3-7B1C505E87AE}"/>
              </a:ext>
            </a:extLst>
          </p:cNvPr>
          <p:cNvSpPr>
            <a:spLocks noGrp="1"/>
          </p:cNvSpPr>
          <p:nvPr>
            <p:ph type="dt" sz="half" idx="10"/>
          </p:nvPr>
        </p:nvSpPr>
        <p:spPr>
          <a:xfrm>
            <a:off x="515939" y="6091154"/>
            <a:ext cx="2600262" cy="240496"/>
          </a:xfrm>
        </p:spPr>
        <p:txBody>
          <a:bodyPr/>
          <a:lstStyle>
            <a:lvl1pPr algn="l">
              <a:defRPr sz="1800">
                <a:solidFill>
                  <a:schemeClr val="accent1"/>
                </a:solidFill>
              </a:defRPr>
            </a:lvl1pPr>
          </a:lstStyle>
          <a:p>
            <a:r>
              <a:rPr lang="nl-NL"/>
              <a:t>Date</a:t>
            </a:r>
          </a:p>
        </p:txBody>
      </p:sp>
      <p:grpSp>
        <p:nvGrpSpPr>
          <p:cNvPr id="13" name="INSTRUCTIE">
            <a:extLst>
              <a:ext uri="{FF2B5EF4-FFF2-40B4-BE49-F238E27FC236}">
                <a16:creationId xmlns:a16="http://schemas.microsoft.com/office/drawing/2014/main" id="{F135C096-F8A5-4844-B171-FF998B9ED2D3}"/>
              </a:ext>
            </a:extLst>
          </p:cNvPr>
          <p:cNvGrpSpPr/>
          <p:nvPr userDrawn="1"/>
        </p:nvGrpSpPr>
        <p:grpSpPr>
          <a:xfrm>
            <a:off x="-3786437" y="0"/>
            <a:ext cx="3693386" cy="5359349"/>
            <a:chOff x="-3786437" y="0"/>
            <a:chExt cx="3693386" cy="5359349"/>
          </a:xfrm>
        </p:grpSpPr>
        <p:sp>
          <p:nvSpPr>
            <p:cNvPr id="15" name="Rechthoek 14">
              <a:extLst>
                <a:ext uri="{FF2B5EF4-FFF2-40B4-BE49-F238E27FC236}">
                  <a16:creationId xmlns:a16="http://schemas.microsoft.com/office/drawing/2014/main" id="{1AD13AC1-B202-4089-9212-C7592512CF48}"/>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16" name="Ovaal 15">
              <a:extLst>
                <a:ext uri="{FF2B5EF4-FFF2-40B4-BE49-F238E27FC236}">
                  <a16:creationId xmlns:a16="http://schemas.microsoft.com/office/drawing/2014/main" id="{4222D4AE-64BD-45EE-A227-7FA44B1AD994}"/>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7" name="Rechthoek 16">
              <a:extLst>
                <a:ext uri="{FF2B5EF4-FFF2-40B4-BE49-F238E27FC236}">
                  <a16:creationId xmlns:a16="http://schemas.microsoft.com/office/drawing/2014/main" id="{C3697694-FE14-4FCC-A906-A181547121B5}"/>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18" name="Ovaal 17">
              <a:extLst>
                <a:ext uri="{FF2B5EF4-FFF2-40B4-BE49-F238E27FC236}">
                  <a16:creationId xmlns:a16="http://schemas.microsoft.com/office/drawing/2014/main" id="{D671C9AD-5438-4401-B574-2F3CF89A5DA3}"/>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9" name="Rechthoek 18">
              <a:extLst>
                <a:ext uri="{FF2B5EF4-FFF2-40B4-BE49-F238E27FC236}">
                  <a16:creationId xmlns:a16="http://schemas.microsoft.com/office/drawing/2014/main" id="{A023DDA5-38A8-4A7B-B24F-42D770C00F71}"/>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20" name="Rechthoek 19">
              <a:extLst>
                <a:ext uri="{FF2B5EF4-FFF2-40B4-BE49-F238E27FC236}">
                  <a16:creationId xmlns:a16="http://schemas.microsoft.com/office/drawing/2014/main" id="{7AC7FDE6-7C29-485E-B480-9CEDB0D3DA04}"/>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#1</a:t>
              </a:r>
            </a:p>
          </p:txBody>
        </p:sp>
        <p:sp>
          <p:nvSpPr>
            <p:cNvPr id="21" name="Ovaal 20">
              <a:extLst>
                <a:ext uri="{FF2B5EF4-FFF2-40B4-BE49-F238E27FC236}">
                  <a16:creationId xmlns:a16="http://schemas.microsoft.com/office/drawing/2014/main" id="{64C4D94D-79F2-45B4-AFF1-F2EA11C22153}"/>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3" name="Rechthoek 22">
              <a:extLst>
                <a:ext uri="{FF2B5EF4-FFF2-40B4-BE49-F238E27FC236}">
                  <a16:creationId xmlns:a16="http://schemas.microsoft.com/office/drawing/2014/main" id="{E97CCBAF-262C-4AEA-A851-C415F4E5B145}"/>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4" name="Ovaal 23">
              <a:extLst>
                <a:ext uri="{FF2B5EF4-FFF2-40B4-BE49-F238E27FC236}">
                  <a16:creationId xmlns:a16="http://schemas.microsoft.com/office/drawing/2014/main" id="{F2596B74-02D4-49CD-8BD4-75B20557042C}"/>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5" name="Rechthoek 24">
              <a:extLst>
                <a:ext uri="{FF2B5EF4-FFF2-40B4-BE49-F238E27FC236}">
                  <a16:creationId xmlns:a16="http://schemas.microsoft.com/office/drawing/2014/main" id="{B703BD11-5870-4327-8D78-47AFD478B7C0}"/>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7" name="Ovaal 26">
              <a:extLst>
                <a:ext uri="{FF2B5EF4-FFF2-40B4-BE49-F238E27FC236}">
                  <a16:creationId xmlns:a16="http://schemas.microsoft.com/office/drawing/2014/main" id="{02A141A5-E83C-4D79-B275-8670848580A1}"/>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8" name="Rechthoek 27">
              <a:extLst>
                <a:ext uri="{FF2B5EF4-FFF2-40B4-BE49-F238E27FC236}">
                  <a16:creationId xmlns:a16="http://schemas.microsoft.com/office/drawing/2014/main" id="{C8B80196-585D-4B02-B4F0-FB132676EF3F}"/>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31" name="Ovaal 30">
              <a:extLst>
                <a:ext uri="{FF2B5EF4-FFF2-40B4-BE49-F238E27FC236}">
                  <a16:creationId xmlns:a16="http://schemas.microsoft.com/office/drawing/2014/main" id="{337C0839-D9C2-4742-A533-BCFE09C26CF2}"/>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6</a:t>
              </a:r>
            </a:p>
          </p:txBody>
        </p:sp>
        <p:sp>
          <p:nvSpPr>
            <p:cNvPr id="32" name="Rechthoek 31">
              <a:extLst>
                <a:ext uri="{FF2B5EF4-FFF2-40B4-BE49-F238E27FC236}">
                  <a16:creationId xmlns:a16="http://schemas.microsoft.com/office/drawing/2014/main" id="{88A63314-D9C6-48C3-B04C-349DA135D1F2}"/>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3" name="Ovaal 32">
              <a:extLst>
                <a:ext uri="{FF2B5EF4-FFF2-40B4-BE49-F238E27FC236}">
                  <a16:creationId xmlns:a16="http://schemas.microsoft.com/office/drawing/2014/main" id="{43DFC794-AAAE-4899-87D1-E4F7C2D2ADCD}"/>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7</a:t>
              </a:r>
            </a:p>
          </p:txBody>
        </p:sp>
        <p:sp>
          <p:nvSpPr>
            <p:cNvPr id="34" name="Rechthoek 33">
              <a:extLst>
                <a:ext uri="{FF2B5EF4-FFF2-40B4-BE49-F238E27FC236}">
                  <a16:creationId xmlns:a16="http://schemas.microsoft.com/office/drawing/2014/main" id="{E9B22BF0-1B62-4E49-9D11-FB88EDEC6DDE}"/>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5" name="Ovaal 34">
              <a:extLst>
                <a:ext uri="{FF2B5EF4-FFF2-40B4-BE49-F238E27FC236}">
                  <a16:creationId xmlns:a16="http://schemas.microsoft.com/office/drawing/2014/main" id="{DACC1206-D646-4D73-BDCA-B42317E8ED57}"/>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6" name="Rechthoek 35">
              <a:extLst>
                <a:ext uri="{FF2B5EF4-FFF2-40B4-BE49-F238E27FC236}">
                  <a16:creationId xmlns:a16="http://schemas.microsoft.com/office/drawing/2014/main" id="{E11B14EE-5151-45D2-A084-E97A90E737AD}"/>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7" name="Ovaal 36">
              <a:extLst>
                <a:ext uri="{FF2B5EF4-FFF2-40B4-BE49-F238E27FC236}">
                  <a16:creationId xmlns:a16="http://schemas.microsoft.com/office/drawing/2014/main" id="{4E237CB0-9A1F-4F2D-B3D4-B1B9312BF1C7}"/>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8" name="Rechthoek 37">
              <a:extLst>
                <a:ext uri="{FF2B5EF4-FFF2-40B4-BE49-F238E27FC236}">
                  <a16:creationId xmlns:a16="http://schemas.microsoft.com/office/drawing/2014/main" id="{33A62886-B729-4E82-A1C7-4162427087D8}"/>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9" name="Rechthoek 38">
              <a:extLst>
                <a:ext uri="{FF2B5EF4-FFF2-40B4-BE49-F238E27FC236}">
                  <a16:creationId xmlns:a16="http://schemas.microsoft.com/office/drawing/2014/main" id="{64EEFEDE-1814-41BF-8575-9191430EA502}"/>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40" name="ICOON_info">
              <a:extLst>
                <a:ext uri="{FF2B5EF4-FFF2-40B4-BE49-F238E27FC236}">
                  <a16:creationId xmlns:a16="http://schemas.microsoft.com/office/drawing/2014/main" id="{BFF23D97-DCF2-4D9A-8DF7-2333EBC3D58D}"/>
                </a:ext>
              </a:extLst>
            </p:cNvPr>
            <p:cNvGrpSpPr/>
            <p:nvPr userDrawn="1"/>
          </p:nvGrpSpPr>
          <p:grpSpPr>
            <a:xfrm>
              <a:off x="-376736" y="4400186"/>
              <a:ext cx="283685" cy="283685"/>
              <a:chOff x="-510741" y="5913713"/>
              <a:chExt cx="267555" cy="267555"/>
            </a:xfrm>
          </p:grpSpPr>
          <p:sp>
            <p:nvSpPr>
              <p:cNvPr id="82" name="Ovaal 81">
                <a:extLst>
                  <a:ext uri="{FF2B5EF4-FFF2-40B4-BE49-F238E27FC236}">
                    <a16:creationId xmlns:a16="http://schemas.microsoft.com/office/drawing/2014/main" id="{CDB63BE3-5ECD-4F2F-ACD1-0D0263DCC3B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83" name="Graphic 163" descr="Informatie">
                <a:extLst>
                  <a:ext uri="{FF2B5EF4-FFF2-40B4-BE49-F238E27FC236}">
                    <a16:creationId xmlns:a16="http://schemas.microsoft.com/office/drawing/2014/main" id="{991A2757-C991-4C50-A971-723501CFB353}"/>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41" name="VOORBEELD">
              <a:extLst>
                <a:ext uri="{FF2B5EF4-FFF2-40B4-BE49-F238E27FC236}">
                  <a16:creationId xmlns:a16="http://schemas.microsoft.com/office/drawing/2014/main" id="{A3862D7B-99A2-4802-83D6-C0A3E82A055C}"/>
                </a:ext>
              </a:extLst>
            </p:cNvPr>
            <p:cNvGrpSpPr/>
            <p:nvPr userDrawn="1"/>
          </p:nvGrpSpPr>
          <p:grpSpPr>
            <a:xfrm>
              <a:off x="-3605171" y="458674"/>
              <a:ext cx="3234311" cy="558875"/>
              <a:chOff x="-3605171" y="458674"/>
              <a:chExt cx="3234311" cy="558875"/>
            </a:xfrm>
          </p:grpSpPr>
          <p:sp>
            <p:nvSpPr>
              <p:cNvPr id="42" name="Rechthoek 41">
                <a:extLst>
                  <a:ext uri="{FF2B5EF4-FFF2-40B4-BE49-F238E27FC236}">
                    <a16:creationId xmlns:a16="http://schemas.microsoft.com/office/drawing/2014/main" id="{B56041A3-2374-4B65-A93B-6485A689F3FD}"/>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43" name="Rechthoek 42">
                <a:extLst>
                  <a:ext uri="{FF2B5EF4-FFF2-40B4-BE49-F238E27FC236}">
                    <a16:creationId xmlns:a16="http://schemas.microsoft.com/office/drawing/2014/main" id="{736312EA-8DC4-4CCE-82AE-874B5C0D2E2B}"/>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44" name="Groep 43">
                <a:extLst>
                  <a:ext uri="{FF2B5EF4-FFF2-40B4-BE49-F238E27FC236}">
                    <a16:creationId xmlns:a16="http://schemas.microsoft.com/office/drawing/2014/main" id="{CDBD518F-2115-4839-8D7B-936BD65696C3}"/>
                  </a:ext>
                </a:extLst>
              </p:cNvPr>
              <p:cNvGrpSpPr/>
              <p:nvPr userDrawn="1"/>
            </p:nvGrpSpPr>
            <p:grpSpPr>
              <a:xfrm>
                <a:off x="-3386247" y="830871"/>
                <a:ext cx="139423" cy="109566"/>
                <a:chOff x="-2866744" y="827071"/>
                <a:chExt cx="168701" cy="132575"/>
              </a:xfrm>
            </p:grpSpPr>
            <p:grpSp>
              <p:nvGrpSpPr>
                <p:cNvPr id="75" name="Groep 74">
                  <a:extLst>
                    <a:ext uri="{FF2B5EF4-FFF2-40B4-BE49-F238E27FC236}">
                      <a16:creationId xmlns:a16="http://schemas.microsoft.com/office/drawing/2014/main" id="{CD687FD0-B0AD-4EAF-8286-C62991E1C18C}"/>
                    </a:ext>
                  </a:extLst>
                </p:cNvPr>
                <p:cNvGrpSpPr/>
                <p:nvPr userDrawn="1"/>
              </p:nvGrpSpPr>
              <p:grpSpPr>
                <a:xfrm>
                  <a:off x="-2866744" y="827071"/>
                  <a:ext cx="168701" cy="132575"/>
                  <a:chOff x="-2866744" y="827071"/>
                  <a:chExt cx="168701" cy="132575"/>
                </a:xfrm>
              </p:grpSpPr>
              <p:cxnSp>
                <p:nvCxnSpPr>
                  <p:cNvPr id="77" name="Rechte verbindingslijn 76">
                    <a:extLst>
                      <a:ext uri="{FF2B5EF4-FFF2-40B4-BE49-F238E27FC236}">
                        <a16:creationId xmlns:a16="http://schemas.microsoft.com/office/drawing/2014/main" id="{3DE48343-3E1B-47F2-8729-26A0964777F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94E75FB9-D7FA-4D3B-AC0F-253D4C524577}"/>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A7AD2AFA-6819-45FD-A297-C5E391C2CD0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763312E0-E32A-47FB-87B3-47CBFECB6C0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1" name="Rechte verbindingslijn 80">
                    <a:extLst>
                      <a:ext uri="{FF2B5EF4-FFF2-40B4-BE49-F238E27FC236}">
                        <a16:creationId xmlns:a16="http://schemas.microsoft.com/office/drawing/2014/main" id="{3B666809-DD8E-4E2C-8339-01B30266684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6" name="Pijl: rechts 75">
                  <a:extLst>
                    <a:ext uri="{FF2B5EF4-FFF2-40B4-BE49-F238E27FC236}">
                      <a16:creationId xmlns:a16="http://schemas.microsoft.com/office/drawing/2014/main" id="{21095F32-BD2B-402D-B047-61D781437D3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D5ED4F2D-824A-441B-A460-7724B742D5A4}"/>
                  </a:ext>
                </a:extLst>
              </p:cNvPr>
              <p:cNvGrpSpPr/>
              <p:nvPr userDrawn="1"/>
            </p:nvGrpSpPr>
            <p:grpSpPr>
              <a:xfrm>
                <a:off x="-3605171" y="830871"/>
                <a:ext cx="139423" cy="109566"/>
                <a:chOff x="-2866744" y="518074"/>
                <a:chExt cx="168701" cy="132575"/>
              </a:xfrm>
            </p:grpSpPr>
            <p:grpSp>
              <p:nvGrpSpPr>
                <p:cNvPr id="68" name="Groep 67">
                  <a:extLst>
                    <a:ext uri="{FF2B5EF4-FFF2-40B4-BE49-F238E27FC236}">
                      <a16:creationId xmlns:a16="http://schemas.microsoft.com/office/drawing/2014/main" id="{09A18CA3-69E5-422D-A578-0509C4C32F69}"/>
                    </a:ext>
                  </a:extLst>
                </p:cNvPr>
                <p:cNvGrpSpPr/>
                <p:nvPr userDrawn="1"/>
              </p:nvGrpSpPr>
              <p:grpSpPr>
                <a:xfrm>
                  <a:off x="-2866744" y="518074"/>
                  <a:ext cx="168701" cy="132575"/>
                  <a:chOff x="-2866744" y="518074"/>
                  <a:chExt cx="168701" cy="132575"/>
                </a:xfrm>
              </p:grpSpPr>
              <p:cxnSp>
                <p:nvCxnSpPr>
                  <p:cNvPr id="70" name="Rechte verbindingslijn 69">
                    <a:extLst>
                      <a:ext uri="{FF2B5EF4-FFF2-40B4-BE49-F238E27FC236}">
                        <a16:creationId xmlns:a16="http://schemas.microsoft.com/office/drawing/2014/main" id="{BF0824C0-F321-4811-924E-AB8175172122}"/>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3106A258-B6C9-4CC2-843F-42724797C3B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5DD8DBD3-F96D-4899-9906-4456E68698D6}"/>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3D5445D0-E4FD-4E6F-85AF-A78A115A122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C6B63B1A-FF51-4A9F-B3E9-AA1F93DF0F06}"/>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9" name="Pijl: rechts 68">
                  <a:extLst>
                    <a:ext uri="{FF2B5EF4-FFF2-40B4-BE49-F238E27FC236}">
                      <a16:creationId xmlns:a16="http://schemas.microsoft.com/office/drawing/2014/main" id="{A997D8BC-ECF2-40FB-B368-B9B364B29CC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46" name="Rechte verbindingslijn 45">
                <a:extLst>
                  <a:ext uri="{FF2B5EF4-FFF2-40B4-BE49-F238E27FC236}">
                    <a16:creationId xmlns:a16="http://schemas.microsoft.com/office/drawing/2014/main" id="{FC974F43-9EDA-42AA-AFF3-109FFC525CB1}"/>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7" name="Rechte verbindingslijn 46">
                <a:extLst>
                  <a:ext uri="{FF2B5EF4-FFF2-40B4-BE49-F238E27FC236}">
                    <a16:creationId xmlns:a16="http://schemas.microsoft.com/office/drawing/2014/main" id="{DC761B67-3505-4793-893E-EC4758143F34}"/>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8" name="Rechthoek 47">
                <a:extLst>
                  <a:ext uri="{FF2B5EF4-FFF2-40B4-BE49-F238E27FC236}">
                    <a16:creationId xmlns:a16="http://schemas.microsoft.com/office/drawing/2014/main" id="{7EB35090-296B-4D66-BE41-C22F0C640595}"/>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9" name="Rechthoek 48">
                <a:extLst>
                  <a:ext uri="{FF2B5EF4-FFF2-40B4-BE49-F238E27FC236}">
                    <a16:creationId xmlns:a16="http://schemas.microsoft.com/office/drawing/2014/main" id="{941D3B06-5C59-48BF-B6D4-805C9262234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50" name="Groep 49">
                <a:extLst>
                  <a:ext uri="{FF2B5EF4-FFF2-40B4-BE49-F238E27FC236}">
                    <a16:creationId xmlns:a16="http://schemas.microsoft.com/office/drawing/2014/main" id="{416F95D8-D02D-40B5-A9BA-34F7CD4AE31F}"/>
                  </a:ext>
                </a:extLst>
              </p:cNvPr>
              <p:cNvGrpSpPr/>
              <p:nvPr userDrawn="1"/>
            </p:nvGrpSpPr>
            <p:grpSpPr>
              <a:xfrm>
                <a:off x="-2916763" y="769168"/>
                <a:ext cx="268738" cy="248381"/>
                <a:chOff x="-2916763" y="769168"/>
                <a:chExt cx="268738" cy="248381"/>
              </a:xfrm>
            </p:grpSpPr>
            <p:sp>
              <p:nvSpPr>
                <p:cNvPr id="60" name="Rechthoek 59">
                  <a:extLst>
                    <a:ext uri="{FF2B5EF4-FFF2-40B4-BE49-F238E27FC236}">
                      <a16:creationId xmlns:a16="http://schemas.microsoft.com/office/drawing/2014/main" id="{28F3E605-696D-4320-8EB8-E901B82A9626}"/>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61" name="Groep 60">
                  <a:extLst>
                    <a:ext uri="{FF2B5EF4-FFF2-40B4-BE49-F238E27FC236}">
                      <a16:creationId xmlns:a16="http://schemas.microsoft.com/office/drawing/2014/main" id="{3AD4BB03-8798-4B3A-8F60-B78077A82E76}"/>
                    </a:ext>
                  </a:extLst>
                </p:cNvPr>
                <p:cNvGrpSpPr/>
                <p:nvPr userDrawn="1"/>
              </p:nvGrpSpPr>
              <p:grpSpPr>
                <a:xfrm>
                  <a:off x="-2866744" y="827071"/>
                  <a:ext cx="168701" cy="132575"/>
                  <a:chOff x="-2866744" y="827071"/>
                  <a:chExt cx="168701" cy="132575"/>
                </a:xfrm>
              </p:grpSpPr>
              <p:cxnSp>
                <p:nvCxnSpPr>
                  <p:cNvPr id="63" name="Rechte verbindingslijn 62">
                    <a:extLst>
                      <a:ext uri="{FF2B5EF4-FFF2-40B4-BE49-F238E27FC236}">
                        <a16:creationId xmlns:a16="http://schemas.microsoft.com/office/drawing/2014/main" id="{0CE187B3-5627-4390-9907-C190C9237F45}"/>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7778A884-127C-4FEB-91CA-4548D3E310D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86651227-FFF7-4E4A-82B5-8EDE55E78330}"/>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D1FA01A8-C853-4943-A90F-FEC7E107F57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E96482D3-A75E-4564-BAEE-57CDA1F2C2E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2" name="Pijl: rechts 61">
                  <a:extLst>
                    <a:ext uri="{FF2B5EF4-FFF2-40B4-BE49-F238E27FC236}">
                      <a16:creationId xmlns:a16="http://schemas.microsoft.com/office/drawing/2014/main" id="{1F8E074D-65D8-432E-BCC0-72C772F498D1}"/>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51" name="Groep 50">
                <a:extLst>
                  <a:ext uri="{FF2B5EF4-FFF2-40B4-BE49-F238E27FC236}">
                    <a16:creationId xmlns:a16="http://schemas.microsoft.com/office/drawing/2014/main" id="{EDB9D5B9-973E-4B4F-8ADC-691D0B6B762E}"/>
                  </a:ext>
                </a:extLst>
              </p:cNvPr>
              <p:cNvGrpSpPr/>
              <p:nvPr userDrawn="1"/>
            </p:nvGrpSpPr>
            <p:grpSpPr>
              <a:xfrm>
                <a:off x="-2916763" y="460171"/>
                <a:ext cx="268738" cy="248381"/>
                <a:chOff x="-2916763" y="460171"/>
                <a:chExt cx="268738" cy="248381"/>
              </a:xfrm>
            </p:grpSpPr>
            <p:sp>
              <p:nvSpPr>
                <p:cNvPr id="52" name="Rechthoek 51">
                  <a:extLst>
                    <a:ext uri="{FF2B5EF4-FFF2-40B4-BE49-F238E27FC236}">
                      <a16:creationId xmlns:a16="http://schemas.microsoft.com/office/drawing/2014/main" id="{C6EF0056-4A5D-4233-B787-99EB5E414154}"/>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53" name="Groep 52">
                  <a:extLst>
                    <a:ext uri="{FF2B5EF4-FFF2-40B4-BE49-F238E27FC236}">
                      <a16:creationId xmlns:a16="http://schemas.microsoft.com/office/drawing/2014/main" id="{99BD48C2-846B-4A3F-8277-3A892FCFE0D1}"/>
                    </a:ext>
                  </a:extLst>
                </p:cNvPr>
                <p:cNvGrpSpPr/>
                <p:nvPr userDrawn="1"/>
              </p:nvGrpSpPr>
              <p:grpSpPr>
                <a:xfrm>
                  <a:off x="-2866744" y="518074"/>
                  <a:ext cx="168701" cy="132575"/>
                  <a:chOff x="-2866744" y="518074"/>
                  <a:chExt cx="168701" cy="132575"/>
                </a:xfrm>
              </p:grpSpPr>
              <p:cxnSp>
                <p:nvCxnSpPr>
                  <p:cNvPr id="55" name="Rechte verbindingslijn 54">
                    <a:extLst>
                      <a:ext uri="{FF2B5EF4-FFF2-40B4-BE49-F238E27FC236}">
                        <a16:creationId xmlns:a16="http://schemas.microsoft.com/office/drawing/2014/main" id="{5F62FD30-4070-4E75-9D02-59C123BBE788}"/>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947D578C-44AB-46A8-8275-EE0BD998E17E}"/>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075F4CC3-FC5B-465B-B93C-1AD138BD1579}"/>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C8D41877-E42B-463D-AD3C-FE726BD82F73}"/>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DE45D10A-BAE4-41BF-B850-A16D667C7D6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4" name="Pijl: rechts 53">
                  <a:extLst>
                    <a:ext uri="{FF2B5EF4-FFF2-40B4-BE49-F238E27FC236}">
                      <a16:creationId xmlns:a16="http://schemas.microsoft.com/office/drawing/2014/main" id="{7A166727-7F79-4980-B76A-AA7459C01D4D}"/>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grpSp>
        <p:nvGrpSpPr>
          <p:cNvPr id="84" name="INSTRUCTIE">
            <a:extLst>
              <a:ext uri="{FF2B5EF4-FFF2-40B4-BE49-F238E27FC236}">
                <a16:creationId xmlns:a16="http://schemas.microsoft.com/office/drawing/2014/main" id="{5B2FEF53-70E6-42B3-9CE2-B7F834BC3964}"/>
              </a:ext>
            </a:extLst>
          </p:cNvPr>
          <p:cNvGrpSpPr/>
          <p:nvPr userDrawn="1"/>
        </p:nvGrpSpPr>
        <p:grpSpPr>
          <a:xfrm>
            <a:off x="12377595" y="0"/>
            <a:ext cx="3693386" cy="6452863"/>
            <a:chOff x="-3786437" y="0"/>
            <a:chExt cx="3693386" cy="6452863"/>
          </a:xfrm>
        </p:grpSpPr>
        <p:sp>
          <p:nvSpPr>
            <p:cNvPr id="85" name="Rechthoek 84">
              <a:extLst>
                <a:ext uri="{FF2B5EF4-FFF2-40B4-BE49-F238E27FC236}">
                  <a16:creationId xmlns:a16="http://schemas.microsoft.com/office/drawing/2014/main" id="{DA7C2C24-1ADC-4550-BAB5-4AA8394C1567}"/>
                </a:ext>
              </a:extLst>
            </p:cNvPr>
            <p:cNvSpPr/>
            <p:nvPr userDrawn="1"/>
          </p:nvSpPr>
          <p:spPr>
            <a:xfrm>
              <a:off x="-3786437" y="562486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86" name="INSTRUCTIE">
              <a:extLst>
                <a:ext uri="{FF2B5EF4-FFF2-40B4-BE49-F238E27FC236}">
                  <a16:creationId xmlns:a16="http://schemas.microsoft.com/office/drawing/2014/main" id="{08760238-8F74-4D80-BCB7-1C5A44296221}"/>
                </a:ext>
              </a:extLst>
            </p:cNvPr>
            <p:cNvGrpSpPr/>
            <p:nvPr userDrawn="1"/>
          </p:nvGrpSpPr>
          <p:grpSpPr>
            <a:xfrm>
              <a:off x="-3786165" y="0"/>
              <a:ext cx="3693114" cy="5782322"/>
              <a:chOff x="-3786165" y="0"/>
              <a:chExt cx="3693114" cy="5782322"/>
            </a:xfrm>
          </p:grpSpPr>
          <p:sp>
            <p:nvSpPr>
              <p:cNvPr id="87" name="Rechthoek 86">
                <a:extLst>
                  <a:ext uri="{FF2B5EF4-FFF2-40B4-BE49-F238E27FC236}">
                    <a16:creationId xmlns:a16="http://schemas.microsoft.com/office/drawing/2014/main" id="{75D21A91-EEAB-405A-8739-A01A73914725}"/>
                  </a:ext>
                </a:extLst>
              </p:cNvPr>
              <p:cNvSpPr/>
              <p:nvPr userDrawn="1"/>
            </p:nvSpPr>
            <p:spPr>
              <a:xfrm>
                <a:off x="-3786165" y="0"/>
                <a:ext cx="3593091" cy="5624863"/>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Afbeelding invoegen/opmaken</a:t>
                </a:r>
              </a:p>
            </p:txBody>
          </p:sp>
          <p:sp>
            <p:nvSpPr>
              <p:cNvPr id="88" name="Ovaal 87">
                <a:extLst>
                  <a:ext uri="{FF2B5EF4-FFF2-40B4-BE49-F238E27FC236}">
                    <a16:creationId xmlns:a16="http://schemas.microsoft.com/office/drawing/2014/main" id="{CDA04E64-9B35-4F29-AA7C-27191F798589}"/>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9" name="Rechthoek 88">
                <a:extLst>
                  <a:ext uri="{FF2B5EF4-FFF2-40B4-BE49-F238E27FC236}">
                    <a16:creationId xmlns:a16="http://schemas.microsoft.com/office/drawing/2014/main" id="{0CA5DC95-4A50-480E-A761-DA47F694DF73}"/>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0" name="Groep 89">
                <a:extLst>
                  <a:ext uri="{FF2B5EF4-FFF2-40B4-BE49-F238E27FC236}">
                    <a16:creationId xmlns:a16="http://schemas.microsoft.com/office/drawing/2014/main" id="{8E28C0D1-A6B5-458B-B490-EA7F3321845E}"/>
                  </a:ext>
                </a:extLst>
              </p:cNvPr>
              <p:cNvGrpSpPr/>
              <p:nvPr userDrawn="1"/>
            </p:nvGrpSpPr>
            <p:grpSpPr>
              <a:xfrm>
                <a:off x="-3316179" y="1231351"/>
                <a:ext cx="294789" cy="318834"/>
                <a:chOff x="14466489" y="1001522"/>
                <a:chExt cx="290627" cy="314333"/>
              </a:xfrm>
            </p:grpSpPr>
            <p:sp>
              <p:nvSpPr>
                <p:cNvPr id="136" name="Rechthoek 135">
                  <a:extLst>
                    <a:ext uri="{FF2B5EF4-FFF2-40B4-BE49-F238E27FC236}">
                      <a16:creationId xmlns:a16="http://schemas.microsoft.com/office/drawing/2014/main" id="{00D06F20-FB2A-42EA-B743-572311B94817}"/>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37" name="Ovaal 136">
                  <a:extLst>
                    <a:ext uri="{FF2B5EF4-FFF2-40B4-BE49-F238E27FC236}">
                      <a16:creationId xmlns:a16="http://schemas.microsoft.com/office/drawing/2014/main" id="{7770043D-FB01-4B9D-84CF-D701C98F3B70}"/>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38" name="Vrije vorm: vorm 137">
                  <a:extLst>
                    <a:ext uri="{FF2B5EF4-FFF2-40B4-BE49-F238E27FC236}">
                      <a16:creationId xmlns:a16="http://schemas.microsoft.com/office/drawing/2014/main" id="{144ECCB5-B8F6-4744-8DD1-FB072C53F17B}"/>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39" name="Rechthoek: afgeronde hoeken 138">
                  <a:extLst>
                    <a:ext uri="{FF2B5EF4-FFF2-40B4-BE49-F238E27FC236}">
                      <a16:creationId xmlns:a16="http://schemas.microsoft.com/office/drawing/2014/main" id="{8C61A20E-43D3-46BB-9832-2D48FAB0663A}"/>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cxnSp>
              <p:nvCxnSpPr>
                <p:cNvPr id="140" name="Rechte verbindingslijn 139">
                  <a:extLst>
                    <a:ext uri="{FF2B5EF4-FFF2-40B4-BE49-F238E27FC236}">
                      <a16:creationId xmlns:a16="http://schemas.microsoft.com/office/drawing/2014/main" id="{BB4EDDF5-22C8-44A0-92A4-0175713B6B4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1" name="Rechte verbindingslijn 140">
                  <a:extLst>
                    <a:ext uri="{FF2B5EF4-FFF2-40B4-BE49-F238E27FC236}">
                      <a16:creationId xmlns:a16="http://schemas.microsoft.com/office/drawing/2014/main" id="{6BC61612-8681-4289-B20C-F12B76ABCF22}"/>
                    </a:ext>
                  </a:extLst>
                </p:cNvPr>
                <p:cNvCxnSpPr>
                  <a:cxnSpLocks/>
                  <a:stCxn id="139"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91" name="Ovaal 90">
                <a:extLst>
                  <a:ext uri="{FF2B5EF4-FFF2-40B4-BE49-F238E27FC236}">
                    <a16:creationId xmlns:a16="http://schemas.microsoft.com/office/drawing/2014/main" id="{3512D451-C44C-4123-948B-D42D034693F3}"/>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2" name="Rechthoek 91">
                <a:extLst>
                  <a:ext uri="{FF2B5EF4-FFF2-40B4-BE49-F238E27FC236}">
                    <a16:creationId xmlns:a16="http://schemas.microsoft.com/office/drawing/2014/main" id="{AD00A1FA-6D10-4353-9BDA-4411762B6FAC}"/>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3" name="Groep 92">
                <a:extLst>
                  <a:ext uri="{FF2B5EF4-FFF2-40B4-BE49-F238E27FC236}">
                    <a16:creationId xmlns:a16="http://schemas.microsoft.com/office/drawing/2014/main" id="{4B3C795F-5149-47EC-86A8-4F67DD29AF7A}"/>
                  </a:ext>
                </a:extLst>
              </p:cNvPr>
              <p:cNvGrpSpPr/>
              <p:nvPr userDrawn="1"/>
            </p:nvGrpSpPr>
            <p:grpSpPr>
              <a:xfrm>
                <a:off x="-3311319" y="2164285"/>
                <a:ext cx="825500" cy="209550"/>
                <a:chOff x="13504624" y="2482850"/>
                <a:chExt cx="825500" cy="209550"/>
              </a:xfrm>
            </p:grpSpPr>
            <p:sp>
              <p:nvSpPr>
                <p:cNvPr id="133" name="Rechthoek 132">
                  <a:extLst>
                    <a:ext uri="{FF2B5EF4-FFF2-40B4-BE49-F238E27FC236}">
                      <a16:creationId xmlns:a16="http://schemas.microsoft.com/office/drawing/2014/main" id="{C4E706BD-CCD6-4E01-B706-46F98F0A3D3D}"/>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134" name="Rechte verbindingslijn 133">
                  <a:extLst>
                    <a:ext uri="{FF2B5EF4-FFF2-40B4-BE49-F238E27FC236}">
                      <a16:creationId xmlns:a16="http://schemas.microsoft.com/office/drawing/2014/main" id="{D116A888-9C87-48D3-B00E-560CC903E299}"/>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35" name="Gelijkbenige driehoek 134">
                  <a:extLst>
                    <a:ext uri="{FF2B5EF4-FFF2-40B4-BE49-F238E27FC236}">
                      <a16:creationId xmlns:a16="http://schemas.microsoft.com/office/drawing/2014/main" id="{F6A25A08-9953-4E85-98AA-E924F3511AA7}"/>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sp>
            <p:nvSpPr>
              <p:cNvPr id="94" name="Ovaal 93">
                <a:extLst>
                  <a:ext uri="{FF2B5EF4-FFF2-40B4-BE49-F238E27FC236}">
                    <a16:creationId xmlns:a16="http://schemas.microsoft.com/office/drawing/2014/main" id="{9E19F462-E7F3-49AD-AF8C-A2ABACDFAFD6}"/>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95" name="Rechthoek 94">
                <a:extLst>
                  <a:ext uri="{FF2B5EF4-FFF2-40B4-BE49-F238E27FC236}">
                    <a16:creationId xmlns:a16="http://schemas.microsoft.com/office/drawing/2014/main" id="{3BDE3FEB-B61A-4ACE-8AF2-B08A34F4645E}"/>
                  </a:ext>
                </a:extLst>
              </p:cNvPr>
              <p:cNvSpPr/>
              <p:nvPr userDrawn="1"/>
            </p:nvSpPr>
            <p:spPr>
              <a:xfrm>
                <a:off x="-3319415" y="2553360"/>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Klik met de rechter muisknop op de afbeelding en kies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‘Naar achtergrond’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sp>
            <p:nvSpPr>
              <p:cNvPr id="96" name="Ovaal 95">
                <a:extLst>
                  <a:ext uri="{FF2B5EF4-FFF2-40B4-BE49-F238E27FC236}">
                    <a16:creationId xmlns:a16="http://schemas.microsoft.com/office/drawing/2014/main" id="{95EA7597-4D65-4EA3-AFDE-EB398C98B1AF}"/>
                  </a:ext>
                </a:extLst>
              </p:cNvPr>
              <p:cNvSpPr/>
              <p:nvPr userDrawn="1"/>
            </p:nvSpPr>
            <p:spPr>
              <a:xfrm>
                <a:off x="-3603587" y="3744237"/>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97" name="Rechthoek 96">
                <a:extLst>
                  <a:ext uri="{FF2B5EF4-FFF2-40B4-BE49-F238E27FC236}">
                    <a16:creationId xmlns:a16="http://schemas.microsoft.com/office/drawing/2014/main" id="{C0B30B1B-A82B-442C-985A-393B37927C47}"/>
                  </a:ext>
                </a:extLst>
              </p:cNvPr>
              <p:cNvSpPr/>
              <p:nvPr userDrawn="1"/>
            </p:nvSpPr>
            <p:spPr>
              <a:xfrm>
                <a:off x="-3319415" y="3744238"/>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98" name="Groep 97">
                <a:extLst>
                  <a:ext uri="{FF2B5EF4-FFF2-40B4-BE49-F238E27FC236}">
                    <a16:creationId xmlns:a16="http://schemas.microsoft.com/office/drawing/2014/main" id="{94E5DFF1-70AE-4380-99CE-992E7B306D33}"/>
                  </a:ext>
                </a:extLst>
              </p:cNvPr>
              <p:cNvGrpSpPr/>
              <p:nvPr userDrawn="1"/>
            </p:nvGrpSpPr>
            <p:grpSpPr>
              <a:xfrm>
                <a:off x="-3408294" y="4834615"/>
                <a:ext cx="622283" cy="612919"/>
                <a:chOff x="12617641" y="3403239"/>
                <a:chExt cx="752963" cy="741634"/>
              </a:xfrm>
            </p:grpSpPr>
            <p:grpSp>
              <p:nvGrpSpPr>
                <p:cNvPr id="117" name="Groep 116">
                  <a:extLst>
                    <a:ext uri="{FF2B5EF4-FFF2-40B4-BE49-F238E27FC236}">
                      <a16:creationId xmlns:a16="http://schemas.microsoft.com/office/drawing/2014/main" id="{F80FD89A-1915-432B-A446-859988EB565F}"/>
                    </a:ext>
                  </a:extLst>
                </p:cNvPr>
                <p:cNvGrpSpPr/>
                <p:nvPr userDrawn="1"/>
              </p:nvGrpSpPr>
              <p:grpSpPr>
                <a:xfrm>
                  <a:off x="12771550" y="3403239"/>
                  <a:ext cx="467156" cy="448491"/>
                  <a:chOff x="12782177" y="3403239"/>
                  <a:chExt cx="467156" cy="448491"/>
                </a:xfrm>
              </p:grpSpPr>
              <p:grpSp>
                <p:nvGrpSpPr>
                  <p:cNvPr id="120" name="Groep 119">
                    <a:extLst>
                      <a:ext uri="{FF2B5EF4-FFF2-40B4-BE49-F238E27FC236}">
                        <a16:creationId xmlns:a16="http://schemas.microsoft.com/office/drawing/2014/main" id="{AAAC94F5-34DB-495D-84C0-03C772707046}"/>
                      </a:ext>
                    </a:extLst>
                  </p:cNvPr>
                  <p:cNvGrpSpPr/>
                  <p:nvPr userDrawn="1"/>
                </p:nvGrpSpPr>
                <p:grpSpPr>
                  <a:xfrm>
                    <a:off x="12782177" y="3403239"/>
                    <a:ext cx="412972" cy="396132"/>
                    <a:chOff x="13554906" y="3320109"/>
                    <a:chExt cx="443912" cy="425811"/>
                  </a:xfrm>
                </p:grpSpPr>
                <p:grpSp>
                  <p:nvGrpSpPr>
                    <p:cNvPr id="127" name="Groep 126">
                      <a:extLst>
                        <a:ext uri="{FF2B5EF4-FFF2-40B4-BE49-F238E27FC236}">
                          <a16:creationId xmlns:a16="http://schemas.microsoft.com/office/drawing/2014/main" id="{37FBB935-F65C-4D8B-AE7E-DBFC044A7292}"/>
                        </a:ext>
                      </a:extLst>
                    </p:cNvPr>
                    <p:cNvGrpSpPr/>
                    <p:nvPr userDrawn="1"/>
                  </p:nvGrpSpPr>
                  <p:grpSpPr>
                    <a:xfrm>
                      <a:off x="13554906" y="3320109"/>
                      <a:ext cx="443912" cy="425811"/>
                      <a:chOff x="12909684" y="1276143"/>
                      <a:chExt cx="443912" cy="425811"/>
                    </a:xfrm>
                  </p:grpSpPr>
                  <p:sp>
                    <p:nvSpPr>
                      <p:cNvPr id="130" name="Rechthoek 129">
                        <a:extLst>
                          <a:ext uri="{FF2B5EF4-FFF2-40B4-BE49-F238E27FC236}">
                            <a16:creationId xmlns:a16="http://schemas.microsoft.com/office/drawing/2014/main" id="{8B54F667-2E31-4804-9C66-4522C42837C7}"/>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31" name="Rechthoek 130">
                        <a:extLst>
                          <a:ext uri="{FF2B5EF4-FFF2-40B4-BE49-F238E27FC236}">
                            <a16:creationId xmlns:a16="http://schemas.microsoft.com/office/drawing/2014/main" id="{99A55D18-571D-4291-849D-0F3ACBFD1286}"/>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32" name="Ovaal 131">
                        <a:extLst>
                          <a:ext uri="{FF2B5EF4-FFF2-40B4-BE49-F238E27FC236}">
                            <a16:creationId xmlns:a16="http://schemas.microsoft.com/office/drawing/2014/main" id="{933C8FAF-0924-4EBF-8B3A-6BB25CD8C976}"/>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pic>
                  <p:nvPicPr>
                    <p:cNvPr id="128" name="Afbeelding 127">
                      <a:extLst>
                        <a:ext uri="{FF2B5EF4-FFF2-40B4-BE49-F238E27FC236}">
                          <a16:creationId xmlns:a16="http://schemas.microsoft.com/office/drawing/2014/main" id="{3C85F10B-3BEF-4746-9B2A-47B0681ACD2E}"/>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2"/>
                      <a:ext cx="173367" cy="140220"/>
                    </a:xfrm>
                    <a:prstGeom prst="rect">
                      <a:avLst/>
                    </a:prstGeom>
                  </p:spPr>
                </p:pic>
                <p:pic>
                  <p:nvPicPr>
                    <p:cNvPr id="129" name="Afbeelding 128">
                      <a:extLst>
                        <a:ext uri="{FF2B5EF4-FFF2-40B4-BE49-F238E27FC236}">
                          <a16:creationId xmlns:a16="http://schemas.microsoft.com/office/drawing/2014/main" id="{6C553907-A2A3-40DB-A3C0-D53D6A9D2FEA}"/>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53788"/>
                      <a:ext cx="173367" cy="111424"/>
                    </a:xfrm>
                    <a:prstGeom prst="rect">
                      <a:avLst/>
                    </a:prstGeom>
                  </p:spPr>
                </p:pic>
              </p:grpSp>
              <p:grpSp>
                <p:nvGrpSpPr>
                  <p:cNvPr id="121" name="Groep 120">
                    <a:extLst>
                      <a:ext uri="{FF2B5EF4-FFF2-40B4-BE49-F238E27FC236}">
                        <a16:creationId xmlns:a16="http://schemas.microsoft.com/office/drawing/2014/main" id="{1453387B-5DC6-4226-8F2C-5C3D05E3A5DF}"/>
                      </a:ext>
                    </a:extLst>
                  </p:cNvPr>
                  <p:cNvGrpSpPr/>
                  <p:nvPr userDrawn="1"/>
                </p:nvGrpSpPr>
                <p:grpSpPr>
                  <a:xfrm>
                    <a:off x="13103513" y="3705268"/>
                    <a:ext cx="145820" cy="146462"/>
                    <a:chOff x="13096169" y="3602278"/>
                    <a:chExt cx="145820" cy="146462"/>
                  </a:xfrm>
                </p:grpSpPr>
                <p:sp>
                  <p:nvSpPr>
                    <p:cNvPr id="125" name="Rechthoek 124">
                      <a:extLst>
                        <a:ext uri="{FF2B5EF4-FFF2-40B4-BE49-F238E27FC236}">
                          <a16:creationId xmlns:a16="http://schemas.microsoft.com/office/drawing/2014/main" id="{A5898C26-55FD-49D8-8430-3CBFC21AACD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26" name="Rechthoek 125">
                      <a:extLst>
                        <a:ext uri="{FF2B5EF4-FFF2-40B4-BE49-F238E27FC236}">
                          <a16:creationId xmlns:a16="http://schemas.microsoft.com/office/drawing/2014/main" id="{A5E00885-1A21-4E3A-8A32-82C8E629AE2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122" name="Groep 121">
                    <a:extLst>
                      <a:ext uri="{FF2B5EF4-FFF2-40B4-BE49-F238E27FC236}">
                        <a16:creationId xmlns:a16="http://schemas.microsoft.com/office/drawing/2014/main" id="{6980EF5F-6DC5-49BE-BDC2-535129AF43F8}"/>
                      </a:ext>
                    </a:extLst>
                  </p:cNvPr>
                  <p:cNvGrpSpPr/>
                  <p:nvPr userDrawn="1"/>
                </p:nvGrpSpPr>
                <p:grpSpPr>
                  <a:xfrm rot="10800000">
                    <a:off x="13061402" y="3665637"/>
                    <a:ext cx="145820" cy="146462"/>
                    <a:chOff x="13096169" y="3602278"/>
                    <a:chExt cx="145820" cy="146462"/>
                  </a:xfrm>
                </p:grpSpPr>
                <p:sp>
                  <p:nvSpPr>
                    <p:cNvPr id="123" name="Rechthoek 122">
                      <a:extLst>
                        <a:ext uri="{FF2B5EF4-FFF2-40B4-BE49-F238E27FC236}">
                          <a16:creationId xmlns:a16="http://schemas.microsoft.com/office/drawing/2014/main" id="{243B2A72-775C-47D7-808E-C21A0943DA3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24" name="Rechthoek 123">
                      <a:extLst>
                        <a:ext uri="{FF2B5EF4-FFF2-40B4-BE49-F238E27FC236}">
                          <a16:creationId xmlns:a16="http://schemas.microsoft.com/office/drawing/2014/main" id="{0E51FE48-AD5D-462D-9349-7E80D025EE20}"/>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118" name="Rechthoek 117">
                  <a:extLst>
                    <a:ext uri="{FF2B5EF4-FFF2-40B4-BE49-F238E27FC236}">
                      <a16:creationId xmlns:a16="http://schemas.microsoft.com/office/drawing/2014/main" id="{4706D330-A05E-4464-A8BE-FE8BFBF791DB}"/>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Bijsnijden</a:t>
                  </a:r>
                </a:p>
              </p:txBody>
            </p:sp>
            <p:sp>
              <p:nvSpPr>
                <p:cNvPr id="119" name="Gelijkbenige driehoek 118">
                  <a:extLst>
                    <a:ext uri="{FF2B5EF4-FFF2-40B4-BE49-F238E27FC236}">
                      <a16:creationId xmlns:a16="http://schemas.microsoft.com/office/drawing/2014/main" id="{55B9535A-BFFB-48D5-8F43-7E434CDC08E4}"/>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99" name="Groep 98">
                <a:extLst>
                  <a:ext uri="{FF2B5EF4-FFF2-40B4-BE49-F238E27FC236}">
                    <a16:creationId xmlns:a16="http://schemas.microsoft.com/office/drawing/2014/main" id="{C06C6BFF-CC64-4A34-AD5A-17CB5BE62623}"/>
                  </a:ext>
                </a:extLst>
              </p:cNvPr>
              <p:cNvGrpSpPr/>
              <p:nvPr userDrawn="1"/>
            </p:nvGrpSpPr>
            <p:grpSpPr>
              <a:xfrm>
                <a:off x="-3314821" y="2981448"/>
                <a:ext cx="1558053" cy="563933"/>
                <a:chOff x="-3314821" y="2981448"/>
                <a:chExt cx="1558053" cy="563933"/>
              </a:xfrm>
            </p:grpSpPr>
            <p:sp>
              <p:nvSpPr>
                <p:cNvPr id="103" name="Rechthoek 102">
                  <a:extLst>
                    <a:ext uri="{FF2B5EF4-FFF2-40B4-BE49-F238E27FC236}">
                      <a16:creationId xmlns:a16="http://schemas.microsoft.com/office/drawing/2014/main" id="{A42ACE2C-A067-413C-973A-C61877A8BFDF}"/>
                    </a:ext>
                  </a:extLst>
                </p:cNvPr>
                <p:cNvSpPr/>
                <p:nvPr userDrawn="1"/>
              </p:nvSpPr>
              <p:spPr>
                <a:xfrm>
                  <a:off x="-3314821" y="2981448"/>
                  <a:ext cx="1558053"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04" name="Rechthoek 103">
                  <a:extLst>
                    <a:ext uri="{FF2B5EF4-FFF2-40B4-BE49-F238E27FC236}">
                      <a16:creationId xmlns:a16="http://schemas.microsoft.com/office/drawing/2014/main" id="{3EA00E55-F6F3-4FA1-B2F6-A03CA781575B}"/>
                    </a:ext>
                  </a:extLst>
                </p:cNvPr>
                <p:cNvSpPr/>
                <p:nvPr userDrawn="1"/>
              </p:nvSpPr>
              <p:spPr>
                <a:xfrm>
                  <a:off x="-3304719" y="3235173"/>
                  <a:ext cx="15403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05" name="Tekstvak 104">
                  <a:extLst>
                    <a:ext uri="{FF2B5EF4-FFF2-40B4-BE49-F238E27FC236}">
                      <a16:creationId xmlns:a16="http://schemas.microsoft.com/office/drawing/2014/main" id="{DF2C31F3-2D7C-4A78-AAC7-B02DE1D48045}"/>
                    </a:ext>
                  </a:extLst>
                </p:cNvPr>
                <p:cNvSpPr txBox="1"/>
                <p:nvPr userDrawn="1"/>
              </p:nvSpPr>
              <p:spPr>
                <a:xfrm>
                  <a:off x="-3069820" y="3038892"/>
                  <a:ext cx="1089248"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Naar voorgrond</a:t>
                  </a:r>
                </a:p>
              </p:txBody>
            </p:sp>
            <p:sp>
              <p:nvSpPr>
                <p:cNvPr id="106" name="Tekstvak 105">
                  <a:extLst>
                    <a:ext uri="{FF2B5EF4-FFF2-40B4-BE49-F238E27FC236}">
                      <a16:creationId xmlns:a16="http://schemas.microsoft.com/office/drawing/2014/main" id="{A37F1B4F-F44A-4667-B73E-7B8195A45BEC}"/>
                    </a:ext>
                  </a:extLst>
                </p:cNvPr>
                <p:cNvSpPr txBox="1"/>
                <p:nvPr userDrawn="1"/>
              </p:nvSpPr>
              <p:spPr>
                <a:xfrm>
                  <a:off x="-3069820" y="3295269"/>
                  <a:ext cx="109851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Naar achtergrond</a:t>
                  </a:r>
                </a:p>
              </p:txBody>
            </p:sp>
            <p:sp>
              <p:nvSpPr>
                <p:cNvPr id="107" name="Vrije vorm: vorm 106">
                  <a:extLst>
                    <a:ext uri="{FF2B5EF4-FFF2-40B4-BE49-F238E27FC236}">
                      <a16:creationId xmlns:a16="http://schemas.microsoft.com/office/drawing/2014/main" id="{9EA4DE5F-5689-45A1-8DD1-78742797807A}"/>
                    </a:ext>
                  </a:extLst>
                </p:cNvPr>
                <p:cNvSpPr/>
                <p:nvPr userDrawn="1"/>
              </p:nvSpPr>
              <p:spPr>
                <a:xfrm>
                  <a:off x="-2051274" y="3365381"/>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108" name="Gelijkbenige driehoek 107">
                  <a:extLst>
                    <a:ext uri="{FF2B5EF4-FFF2-40B4-BE49-F238E27FC236}">
                      <a16:creationId xmlns:a16="http://schemas.microsoft.com/office/drawing/2014/main" id="{CEA660C8-4739-41BC-B0EE-61E6CC650D02}"/>
                    </a:ext>
                  </a:extLst>
                </p:cNvPr>
                <p:cNvSpPr/>
                <p:nvPr userDrawn="1"/>
              </p:nvSpPr>
              <p:spPr>
                <a:xfrm rot="5400000">
                  <a:off x="-1900674" y="3332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109" name="Groep 108">
                  <a:extLst>
                    <a:ext uri="{FF2B5EF4-FFF2-40B4-BE49-F238E27FC236}">
                      <a16:creationId xmlns:a16="http://schemas.microsoft.com/office/drawing/2014/main" id="{816D38AE-B657-4263-B4C8-5AE33C370EFE}"/>
                    </a:ext>
                  </a:extLst>
                </p:cNvPr>
                <p:cNvGrpSpPr/>
                <p:nvPr userDrawn="1"/>
              </p:nvGrpSpPr>
              <p:grpSpPr>
                <a:xfrm>
                  <a:off x="-3257052" y="3032066"/>
                  <a:ext cx="182309" cy="163794"/>
                  <a:chOff x="12832541" y="3162395"/>
                  <a:chExt cx="219532" cy="197236"/>
                </a:xfrm>
              </p:grpSpPr>
              <p:sp>
                <p:nvSpPr>
                  <p:cNvPr id="114" name="Rechthoek 113">
                    <a:extLst>
                      <a:ext uri="{FF2B5EF4-FFF2-40B4-BE49-F238E27FC236}">
                        <a16:creationId xmlns:a16="http://schemas.microsoft.com/office/drawing/2014/main" id="{C024ED60-F84E-4F6B-B4F4-B971CDD68FC1}"/>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15" name="Rechthoek 114">
                    <a:extLst>
                      <a:ext uri="{FF2B5EF4-FFF2-40B4-BE49-F238E27FC236}">
                        <a16:creationId xmlns:a16="http://schemas.microsoft.com/office/drawing/2014/main" id="{188EC64B-BF0A-4A99-80FB-8FF284E2A8E5}"/>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16" name="Rechthoek 115">
                    <a:extLst>
                      <a:ext uri="{FF2B5EF4-FFF2-40B4-BE49-F238E27FC236}">
                        <a16:creationId xmlns:a16="http://schemas.microsoft.com/office/drawing/2014/main" id="{067CECB3-73E5-44B1-9920-473D84E6FF43}"/>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grpSp>
              <p:nvGrpSpPr>
                <p:cNvPr id="110" name="Groep 109">
                  <a:extLst>
                    <a:ext uri="{FF2B5EF4-FFF2-40B4-BE49-F238E27FC236}">
                      <a16:creationId xmlns:a16="http://schemas.microsoft.com/office/drawing/2014/main" id="{F562F73E-3F54-46A9-A893-4512D4FD7DBB}"/>
                    </a:ext>
                  </a:extLst>
                </p:cNvPr>
                <p:cNvGrpSpPr/>
                <p:nvPr userDrawn="1"/>
              </p:nvGrpSpPr>
              <p:grpSpPr>
                <a:xfrm>
                  <a:off x="-3257053" y="3276580"/>
                  <a:ext cx="182309" cy="163794"/>
                  <a:chOff x="12832541" y="3162395"/>
                  <a:chExt cx="219532" cy="197236"/>
                </a:xfrm>
              </p:grpSpPr>
              <p:sp>
                <p:nvSpPr>
                  <p:cNvPr id="111" name="Rechthoek 110">
                    <a:extLst>
                      <a:ext uri="{FF2B5EF4-FFF2-40B4-BE49-F238E27FC236}">
                        <a16:creationId xmlns:a16="http://schemas.microsoft.com/office/drawing/2014/main" id="{43686B16-0BC8-457E-94ED-CFC732066B0E}"/>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12" name="Rechthoek 111">
                    <a:extLst>
                      <a:ext uri="{FF2B5EF4-FFF2-40B4-BE49-F238E27FC236}">
                        <a16:creationId xmlns:a16="http://schemas.microsoft.com/office/drawing/2014/main" id="{42E3C9DB-6D55-4A49-96CC-832B01F063A7}"/>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13" name="Rechthoek 112">
                    <a:extLst>
                      <a:ext uri="{FF2B5EF4-FFF2-40B4-BE49-F238E27FC236}">
                        <a16:creationId xmlns:a16="http://schemas.microsoft.com/office/drawing/2014/main" id="{4C9095B4-EE84-479B-B1EC-09F251413848}"/>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grpSp>
          <p:grpSp>
            <p:nvGrpSpPr>
              <p:cNvPr id="100" name="ICOON_info">
                <a:extLst>
                  <a:ext uri="{FF2B5EF4-FFF2-40B4-BE49-F238E27FC236}">
                    <a16:creationId xmlns:a16="http://schemas.microsoft.com/office/drawing/2014/main" id="{B7444F33-5CF8-4D71-97DF-4074EB2338E6}"/>
                  </a:ext>
                </a:extLst>
              </p:cNvPr>
              <p:cNvGrpSpPr/>
              <p:nvPr userDrawn="1"/>
            </p:nvGrpSpPr>
            <p:grpSpPr>
              <a:xfrm>
                <a:off x="-376736" y="5498637"/>
                <a:ext cx="283685" cy="283685"/>
                <a:chOff x="-510741" y="5913713"/>
                <a:chExt cx="267555" cy="267555"/>
              </a:xfrm>
            </p:grpSpPr>
            <p:sp>
              <p:nvSpPr>
                <p:cNvPr id="101" name="Ovaal 100">
                  <a:extLst>
                    <a:ext uri="{FF2B5EF4-FFF2-40B4-BE49-F238E27FC236}">
                      <a16:creationId xmlns:a16="http://schemas.microsoft.com/office/drawing/2014/main" id="{019CE8C9-DFFC-4433-9ADF-5C10C5A02375}"/>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102" name="Graphic 163" descr="Informatie">
                  <a:extLst>
                    <a:ext uri="{FF2B5EF4-FFF2-40B4-BE49-F238E27FC236}">
                      <a16:creationId xmlns:a16="http://schemas.microsoft.com/office/drawing/2014/main" id="{7B734545-2529-4276-9AE7-16C2416BE5DB}"/>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343289421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guide id="4" pos="7355"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08552"/>
            <a:ext cx="11160125" cy="883711"/>
          </a:xfrm>
        </p:spPr>
        <p:txBody>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p:txBody>
          <a:bodyPr/>
          <a:lstStyle/>
          <a:p>
            <a:r>
              <a:rPr lang="nl-NL" noProof="0"/>
              <a:t>Date</a:t>
            </a:r>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p:txBody>
          <a:bodyPr/>
          <a:lstStyle/>
          <a:p>
            <a:endParaRPr lang="nl-NL" noProof="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p:txBody>
          <a:bodyPr/>
          <a:lstStyle/>
          <a:p>
            <a:fld id="{D7B5DC5B-6873-43DB-ADC7-B15ACCE0DFDB}" type="slidenum">
              <a:rPr lang="nl-NL" noProof="0" smtClean="0"/>
              <a:t>‹#›</a:t>
            </a:fld>
            <a:endParaRPr lang="nl-NL" noProof="0"/>
          </a:p>
        </p:txBody>
      </p:sp>
      <p:sp>
        <p:nvSpPr>
          <p:cNvPr id="9" name="Rechthoek: afgeronde hoeken 8">
            <a:extLst>
              <a:ext uri="{FF2B5EF4-FFF2-40B4-BE49-F238E27FC236}">
                <a16:creationId xmlns:a16="http://schemas.microsoft.com/office/drawing/2014/main" id="{2FAFD85F-1CD5-417B-8535-BEABB655C122}"/>
              </a:ext>
            </a:extLst>
          </p:cNvPr>
          <p:cNvSpPr/>
          <p:nvPr userDrawn="1"/>
        </p:nvSpPr>
        <p:spPr>
          <a:xfrm>
            <a:off x="0" y="-429492"/>
            <a:ext cx="838371"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a:solidFill>
                  <a:schemeClr val="accent2"/>
                </a:solidFill>
                <a:latin typeface="+mj-lt"/>
              </a:rPr>
              <a:t>TEXT</a:t>
            </a:r>
          </a:p>
        </p:txBody>
      </p:sp>
      <p:grpSp>
        <p:nvGrpSpPr>
          <p:cNvPr id="10" name="INSTRUCTIE">
            <a:extLst>
              <a:ext uri="{FF2B5EF4-FFF2-40B4-BE49-F238E27FC236}">
                <a16:creationId xmlns:a16="http://schemas.microsoft.com/office/drawing/2014/main" id="{EE76A28D-A3C8-459F-B9EB-BD0FF74D066F}"/>
              </a:ext>
            </a:extLst>
          </p:cNvPr>
          <p:cNvGrpSpPr/>
          <p:nvPr userDrawn="1"/>
        </p:nvGrpSpPr>
        <p:grpSpPr>
          <a:xfrm>
            <a:off x="-3786437" y="0"/>
            <a:ext cx="3693386" cy="5359349"/>
            <a:chOff x="-3786437" y="0"/>
            <a:chExt cx="3693386" cy="5359349"/>
          </a:xfrm>
        </p:grpSpPr>
        <p:sp>
          <p:nvSpPr>
            <p:cNvPr id="13" name="Rechthoek 12">
              <a:extLst>
                <a:ext uri="{FF2B5EF4-FFF2-40B4-BE49-F238E27FC236}">
                  <a16:creationId xmlns:a16="http://schemas.microsoft.com/office/drawing/2014/main" id="{C8D81F7B-BEAB-418E-A995-F1D2DA57CA67}"/>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14" name="Ovaal 13">
              <a:extLst>
                <a:ext uri="{FF2B5EF4-FFF2-40B4-BE49-F238E27FC236}">
                  <a16:creationId xmlns:a16="http://schemas.microsoft.com/office/drawing/2014/main" id="{75B0200C-51BA-4A65-AD41-0272157A4D6E}"/>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30338650-CD30-43AC-A37E-BDD65A077323}"/>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16" name="Ovaal 15">
              <a:extLst>
                <a:ext uri="{FF2B5EF4-FFF2-40B4-BE49-F238E27FC236}">
                  <a16:creationId xmlns:a16="http://schemas.microsoft.com/office/drawing/2014/main" id="{B51CB4E4-DF47-4B4F-8795-065622FF75B0}"/>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 name="Rechthoek 16">
              <a:extLst>
                <a:ext uri="{FF2B5EF4-FFF2-40B4-BE49-F238E27FC236}">
                  <a16:creationId xmlns:a16="http://schemas.microsoft.com/office/drawing/2014/main" id="{A263E605-0E3D-4DF8-90E8-B3A6FE5B5A32}"/>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C39EBA4E-62DF-4C4C-A796-9A1BCE39E8D8}"/>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F3F5B7EE-E6BA-4BD1-B451-06A71A4E86A2}"/>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57C14B0F-28AD-47EC-B0E5-79412FEF5EF1}"/>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7E92BB16-0122-4E6F-B09B-BC23D9918399}"/>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A3F5B278-1943-434B-B3F3-9EE947CACCC8}"/>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5381DB7F-EA18-44F7-AD2E-8426C0BFF993}"/>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08731956-459C-4C62-8018-87ED37FA4D29}"/>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13B8C999-29AD-4195-B9BE-F6C994253581}"/>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7EBE707E-ADCB-4B3F-86CA-10C2B9F2C93F}"/>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82AFF5EE-1A40-40B5-B782-72A5DC4E231B}"/>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8B04C3AB-6039-480C-B82C-5506D50FF2F8}"/>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B7628D90-D666-490C-9C0E-D6A238613486}"/>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B61C2679-5812-41F9-ABB0-489FA63CEA29}"/>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3F7E38D4-3528-4403-A390-60F4995A5AD2}"/>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30463E74-17F3-4BFC-93AB-FA84B6D14BA7}"/>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F27E3ADD-8335-4A19-ACCA-598539F7585A}"/>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B80E8D90-7237-4FDA-8BA5-E4638F464E7B}"/>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FB0628B6-EE3B-4D9B-A855-833ADB83C7C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551F99C7-00F8-48C6-9902-C2BA3D5B3938}"/>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A99364E9-EF47-4CCA-9165-D98304225B5B}"/>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8F1AA1ED-575E-4D03-9112-A719FD545CED}"/>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B590A140-6320-45E6-8E5F-652AD1E180A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55ED7BE2-B025-46F2-AC80-2B9B4FEF2788}"/>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210C971A-6708-46A3-BA2E-0970AD6B3E13}"/>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ADF107A9-B1B0-4932-938E-05F66CFE9F1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0173EB37-8DE9-48C9-9A32-D19BEAF7AF9D}"/>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5F8FF54F-AA9B-491B-904D-91196F52E837}"/>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D52ECAC2-75A5-4A19-8E79-70EE252DB07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B70333BA-A0AC-4834-A869-5AB51A2828C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F7B8CE40-2BA4-430C-A88C-09611E64C27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7F4A857A-2741-46E8-970C-EC45C5C55EA8}"/>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DBDB84F0-1ED0-4361-9FB5-0102E8E4E718}"/>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E9CC1A39-1C20-4DA4-8BAF-5636CF99D500}"/>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17DF3556-396C-4618-9145-AA626612083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BCCECF60-9D64-46E0-B5E3-9CC0EA56B81F}"/>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2CF1D770-23A6-4547-9B14-04F956CD879D}"/>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075B4E3B-9D99-4AA0-BB44-9698E29AD1D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B18927D9-0041-49D3-89AE-674801AFE0B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26EAC5B8-A561-4CAB-B849-7FBEE1EFCBDA}"/>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93540C4D-A658-49FF-818A-45C3A66FB608}"/>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2BF6B0FE-78A3-4349-829E-A028C9EC821D}"/>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A211A2AC-5E60-4B62-B89F-E67E9E6C3AA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E6252745-B230-4089-87FC-6F63DBB4718B}"/>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821B2855-3D15-4207-B78E-C4EECEB8A0FD}"/>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08B4186A-152A-45D8-B6FB-DADD263C1A23}"/>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4427D902-CD91-499C-905C-89B7E2D7434A}"/>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063213FC-6FF2-4F5E-8F99-B4041EFF812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D3B62E62-6A94-4529-A36E-AB2B9E2C419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F7918297-36E7-47D4-89D1-DD169F2869E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15160588-DAD8-4117-8373-9CB379553CD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B653090F-28FC-45D4-8907-D3D486448C6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9ECBA121-91EE-4233-8364-4DA2A2C5A9E4}"/>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20ACFAB7-6596-47B1-8C7C-7C49E2D78048}"/>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E969D1F0-F4F3-4A44-A550-E5F578F7CE10}"/>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4E612719-527D-4AAF-B2A0-660A4B38868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9E505B01-E686-49A5-A590-26D45862956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0A60FF25-9598-4583-AE62-1CE4BE0A5F0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91725DAD-4FEF-4648-B1C0-E196E07C259E}"/>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5D1E541F-FE44-49F0-8489-CDC2CFF3D38B}"/>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68D117EB-1762-4D26-8CB1-4BBD8B0D55F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sp>
        <p:nvSpPr>
          <p:cNvPr id="78" name="Tijdelijke aanduiding voor tekst 2">
            <a:extLst>
              <a:ext uri="{FF2B5EF4-FFF2-40B4-BE49-F238E27FC236}">
                <a16:creationId xmlns:a16="http://schemas.microsoft.com/office/drawing/2014/main" id="{9C25F0DE-0D05-4209-B686-A34EB538509E}"/>
              </a:ext>
            </a:extLst>
          </p:cNvPr>
          <p:cNvSpPr>
            <a:spLocks noGrp="1"/>
          </p:cNvSpPr>
          <p:nvPr>
            <p:ph idx="1" hasCustomPrompt="1"/>
          </p:nvPr>
        </p:nvSpPr>
        <p:spPr>
          <a:xfrm>
            <a:off x="515936" y="2017484"/>
            <a:ext cx="11160125" cy="3805586"/>
          </a:xfrm>
          <a:prstGeom prst="rect">
            <a:avLst/>
          </a:prstGeom>
        </p:spPr>
        <p:txBody>
          <a:bodyPr vert="horz" lIns="0" tIns="0" rIns="0" bIns="0" rtlCol="0" anchor="ctr">
            <a:noAutofit/>
          </a:bodyPr>
          <a:lstStyle>
            <a:lvl1pPr marL="0" indent="0">
              <a:spcBef>
                <a:spcPts val="0"/>
              </a:spcBef>
              <a:spcAft>
                <a:spcPts val="0"/>
              </a:spcAft>
              <a:buNone/>
              <a:defRPr sz="2400"/>
            </a:lvl1pPr>
          </a:lstStyle>
          <a:p>
            <a:r>
              <a:rPr lang="nl-NL" dirty="0"/>
              <a:t>Lorem ipsum dolor sit amet, consectetuer adipiscing elit. Maecenas porttitor congue massa. Fusce posuere, magna sed pulvinar ultricies, purus lectus malesuada libero, sit amet commodo magna eros quis </a:t>
            </a:r>
            <a:r>
              <a:rPr lang="nl-NL" dirty="0" err="1"/>
              <a:t>urna</a:t>
            </a:r>
            <a:r>
              <a:rPr lang="nl-NL" dirty="0"/>
              <a:t>.</a:t>
            </a:r>
          </a:p>
        </p:txBody>
      </p:sp>
    </p:spTree>
    <p:extLst>
      <p:ext uri="{BB962C8B-B14F-4D97-AF65-F5344CB8AC3E}">
        <p14:creationId xmlns:p14="http://schemas.microsoft.com/office/powerpoint/2010/main" val="19844902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714375"/>
            <a:ext cx="11160124" cy="877888"/>
          </a:xfrm>
        </p:spPr>
        <p:txBody>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209809"/>
            <a:ext cx="2933400" cy="151790"/>
          </a:xfrm>
        </p:spPr>
        <p:txBody>
          <a:bodyPr/>
          <a:lstStyle/>
          <a:p>
            <a:fld id="{D478D012-3D28-465A-91B9-EF0E898BB42D}" type="datetime4">
              <a:rPr lang="nl-NL" noProof="0" smtClean="0"/>
              <a:t>16 oktober 2026</a:t>
            </a:fld>
            <a:endParaRPr lang="nl-NL" noProof="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209809"/>
            <a:ext cx="4114800" cy="151790"/>
          </a:xfrm>
        </p:spPr>
        <p:txBody>
          <a:bodyPr/>
          <a:lstStyle/>
          <a:p>
            <a:endParaRPr lang="nl-NL" noProof="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209809"/>
            <a:ext cx="284597" cy="151790"/>
          </a:xfrm>
        </p:spPr>
        <p:txBody>
          <a:bodyPr/>
          <a:lstStyle/>
          <a:p>
            <a:fld id="{D7B5DC5B-6873-43DB-ADC7-B15ACCE0DFDB}" type="slidenum">
              <a:rPr lang="nl-NL" noProof="0" smtClean="0"/>
              <a:t>‹#›</a:t>
            </a:fld>
            <a:endParaRPr lang="nl-NL" noProof="0"/>
          </a:p>
        </p:txBody>
      </p:sp>
      <p:sp>
        <p:nvSpPr>
          <p:cNvPr id="9" name="Rechthoek: afgeronde hoeken 8">
            <a:extLst>
              <a:ext uri="{FF2B5EF4-FFF2-40B4-BE49-F238E27FC236}">
                <a16:creationId xmlns:a16="http://schemas.microsoft.com/office/drawing/2014/main" id="{2FAFD85F-1CD5-417B-8535-BEABB655C122}"/>
              </a:ext>
            </a:extLst>
          </p:cNvPr>
          <p:cNvSpPr/>
          <p:nvPr userDrawn="1"/>
        </p:nvSpPr>
        <p:spPr>
          <a:xfrm>
            <a:off x="0" y="-429492"/>
            <a:ext cx="2102370"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a:solidFill>
                  <a:schemeClr val="accent2"/>
                </a:solidFill>
                <a:latin typeface="+mj-lt"/>
              </a:rPr>
              <a:t>TITLE + </a:t>
            </a:r>
            <a:r>
              <a:rPr lang="nl-NL" sz="2400" b="1" cap="all" baseline="0" noProof="0" err="1">
                <a:solidFill>
                  <a:schemeClr val="accent2"/>
                </a:solidFill>
                <a:latin typeface="+mj-lt"/>
              </a:rPr>
              <a:t>Text</a:t>
            </a:r>
            <a:endParaRPr lang="nl-NL" sz="2400" b="1" cap="all" baseline="0" noProof="0">
              <a:solidFill>
                <a:schemeClr val="accent2"/>
              </a:solidFill>
              <a:latin typeface="+mj-lt"/>
            </a:endParaRPr>
          </a:p>
        </p:txBody>
      </p:sp>
      <p:sp>
        <p:nvSpPr>
          <p:cNvPr id="8" name="Tijdelijke aanduiding voor inhoud 7">
            <a:extLst>
              <a:ext uri="{FF2B5EF4-FFF2-40B4-BE49-F238E27FC236}">
                <a16:creationId xmlns:a16="http://schemas.microsoft.com/office/drawing/2014/main" id="{89CFA5EB-A715-4203-AA8B-80EFC5E8E7E3}"/>
              </a:ext>
            </a:extLst>
          </p:cNvPr>
          <p:cNvSpPr>
            <a:spLocks noGrp="1"/>
          </p:cNvSpPr>
          <p:nvPr>
            <p:ph sz="quarter" idx="16" hasCustomPrompt="1"/>
          </p:nvPr>
        </p:nvSpPr>
        <p:spPr>
          <a:xfrm>
            <a:off x="515936" y="2000621"/>
            <a:ext cx="11160125" cy="4339854"/>
          </a:xfrm>
        </p:spPr>
        <p:txBody>
          <a:body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Reading </a:t>
            </a:r>
            <a:r>
              <a:rPr lang="nl-NL" noProof="0" dirty="0" err="1"/>
              <a:t>text</a:t>
            </a:r>
            <a:endParaRPr lang="nl-NL" noProof="0" dirty="0"/>
          </a:p>
          <a:p>
            <a:pPr lvl="4"/>
            <a:r>
              <a:rPr lang="nl-NL" noProof="0" dirty="0" err="1"/>
              <a:t>Heading</a:t>
            </a:r>
            <a:r>
              <a:rPr lang="nl-NL" noProof="0" dirty="0"/>
              <a:t> #1</a:t>
            </a:r>
          </a:p>
          <a:p>
            <a:pPr lvl="5"/>
            <a:r>
              <a:rPr lang="nl-NL" noProof="0" dirty="0"/>
              <a:t>HEADING #2</a:t>
            </a:r>
          </a:p>
          <a:p>
            <a:pPr lvl="6"/>
            <a:r>
              <a:rPr lang="nl-NL" noProof="0" dirty="0" err="1"/>
              <a:t>Numeric</a:t>
            </a:r>
            <a:r>
              <a:rPr lang="nl-NL" noProof="0" dirty="0"/>
              <a:t> </a:t>
            </a:r>
            <a:r>
              <a:rPr lang="nl-NL" noProof="0" dirty="0" err="1"/>
              <a:t>bullet</a:t>
            </a:r>
            <a:endParaRPr lang="nl-NL" noProof="0" dirty="0"/>
          </a:p>
          <a:p>
            <a:pPr lvl="7"/>
            <a:r>
              <a:rPr lang="nl-NL" noProof="0" dirty="0" err="1"/>
              <a:t>Alphabet</a:t>
            </a:r>
            <a:r>
              <a:rPr lang="nl-NL" noProof="0" dirty="0"/>
              <a:t> </a:t>
            </a:r>
            <a:r>
              <a:rPr lang="nl-NL" noProof="0" dirty="0" err="1"/>
              <a:t>bullet</a:t>
            </a:r>
            <a:endParaRPr lang="nl-NL" noProof="0" dirty="0"/>
          </a:p>
          <a:p>
            <a:pPr lvl="8"/>
            <a:r>
              <a:rPr lang="nl-NL" noProof="0" dirty="0"/>
              <a:t>Sub-</a:t>
            </a:r>
            <a:r>
              <a:rPr lang="nl-NL" noProof="0" dirty="0" err="1"/>
              <a:t>bullet</a:t>
            </a:r>
            <a:endParaRPr lang="nl-NL" noProof="0" dirty="0"/>
          </a:p>
        </p:txBody>
      </p:sp>
      <p:grpSp>
        <p:nvGrpSpPr>
          <p:cNvPr id="10" name="INSTRUCTIE">
            <a:extLst>
              <a:ext uri="{FF2B5EF4-FFF2-40B4-BE49-F238E27FC236}">
                <a16:creationId xmlns:a16="http://schemas.microsoft.com/office/drawing/2014/main" id="{B68B1799-267D-40C1-978E-791FD1817052}"/>
              </a:ext>
            </a:extLst>
          </p:cNvPr>
          <p:cNvGrpSpPr/>
          <p:nvPr userDrawn="1"/>
        </p:nvGrpSpPr>
        <p:grpSpPr>
          <a:xfrm>
            <a:off x="-3786437" y="0"/>
            <a:ext cx="3693386" cy="5359349"/>
            <a:chOff x="-3786437" y="0"/>
            <a:chExt cx="3693386" cy="5359349"/>
          </a:xfrm>
        </p:grpSpPr>
        <p:sp>
          <p:nvSpPr>
            <p:cNvPr id="13" name="Rechthoek 12">
              <a:extLst>
                <a:ext uri="{FF2B5EF4-FFF2-40B4-BE49-F238E27FC236}">
                  <a16:creationId xmlns:a16="http://schemas.microsoft.com/office/drawing/2014/main" id="{D005737B-87BF-4148-89B5-61E14DBF5BBA}"/>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14" name="Ovaal 13">
              <a:extLst>
                <a:ext uri="{FF2B5EF4-FFF2-40B4-BE49-F238E27FC236}">
                  <a16:creationId xmlns:a16="http://schemas.microsoft.com/office/drawing/2014/main" id="{6C03F6EA-F302-4459-9E58-DCD9AD37D393}"/>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73DE22DE-7259-4921-BA07-ABBB6FBBB685}"/>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16" name="Ovaal 15">
              <a:extLst>
                <a:ext uri="{FF2B5EF4-FFF2-40B4-BE49-F238E27FC236}">
                  <a16:creationId xmlns:a16="http://schemas.microsoft.com/office/drawing/2014/main" id="{72C925F8-213D-4C5F-B472-79A0B2462966}"/>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 name="Rechthoek 16">
              <a:extLst>
                <a:ext uri="{FF2B5EF4-FFF2-40B4-BE49-F238E27FC236}">
                  <a16:creationId xmlns:a16="http://schemas.microsoft.com/office/drawing/2014/main" id="{7A52F75E-87D3-49FB-860D-C8E387834B7D}"/>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CF3F310D-94F7-4356-B8AE-4CD5FB71354E}"/>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325B7075-DB10-4A53-A033-DAE228E14843}"/>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EFBEAC73-A3DF-43D2-9FEB-AAFF36C4E807}"/>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A893B78C-FA07-4B86-AB35-C63BE7314629}"/>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3340C062-8708-4A3A-894C-87764F366379}"/>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A5776756-5E60-4D19-B58C-7036B2FAB4F5}"/>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D5FEEBC3-96AB-4026-8BD2-4D049E39609C}"/>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092E5DDE-EF15-4B29-99D6-E7183D5AB3B8}"/>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195E7E71-AF70-4EEC-B4B3-733CF888AF38}"/>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E2AEE949-7C75-4595-9DF9-61C8554E6052}"/>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EF106E88-3D95-4176-9B5E-A0888AE76E7A}"/>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54326F27-C433-4AE3-8A11-FBDED34F626D}"/>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60E2461F-8013-4A16-B305-4AFCC2B58B9C}"/>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8B79F914-BBD7-4D03-BA7D-0BEBDD4712DC}"/>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E7BE4E52-C2DD-447D-AE60-C2CF6C733B41}"/>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D364C66C-AF5C-4D42-AD7B-A9550CCCC6F6}"/>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22C787FE-67CB-4E1B-911E-0C8C675AB4DF}"/>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0701E92D-C096-469B-8611-73C65F1B477C}"/>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8AD36868-2553-42DD-BF95-E9500436E91B}"/>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83049E2D-911F-46C8-99F6-69D5170FBAA9}"/>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6E8CF34E-0862-40CB-B7D2-F339E80A41DC}"/>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C1C14C9D-1CC5-4D08-B7CD-35FFD1FFF14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17796CB5-7716-41A3-AFD9-F04A0CB8A971}"/>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C8E8384B-A4F6-46C2-962F-8910A3D2C7CA}"/>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524D5E23-1906-44BD-A715-12E1388D624F}"/>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B8A46D57-A81A-44C9-86D0-CF7B7B899A0B}"/>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0B38E978-A6D6-4D46-9847-B14B79859C17}"/>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BF674CC3-3B9C-4007-B7FD-E9774EE216CF}"/>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950E4736-4697-4E91-B4E2-DD47C9854F5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0FEDBB3C-6DD2-4F86-8C68-A8629D89EEF8}"/>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A8846914-B9F3-430E-9DBC-3A68F43F4063}"/>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C371C794-098D-42F5-9526-122B69303551}"/>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C0D869B4-795C-4213-9929-486C6DD158B6}"/>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F23CA068-9643-450A-B697-1DA8EA6B7C71}"/>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7E2E3424-54C3-473E-958D-7F818724A0E0}"/>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05A7F8F1-B70A-4D27-AB97-6B5BB377969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870E2E15-1F06-4F6B-AD99-46C6BA599AE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578A7B73-0774-4E03-AE72-59BAFBAB781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640FEED9-1B3E-4F4D-9D27-C0A4AD27750E}"/>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5BE0FBC7-BDB4-4AC8-A8AC-4CAA69483375}"/>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AF30C98F-B83C-4BBF-BC74-830609F4F6A8}"/>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A42B3137-0770-448B-846F-27BD93028131}"/>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A56437D8-EEF0-4B92-918B-91EF9129CD8B}"/>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E731D860-8846-4695-99B0-35A085758E0D}"/>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98A3CC7D-8589-40FB-BB93-595DF0D5613D}"/>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41ADB261-BC5A-455F-9A8B-6D282EA4BC9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04063C17-4CCB-4C62-8A88-36845A186895}"/>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1848501C-9FE8-48D6-938E-59D991C76D9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92E95E52-8895-406D-8E9B-E3995BE7507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7B339DD0-A180-4451-ABC3-DE956CA40A43}"/>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613FD976-551C-4192-8F4B-26A61A5464E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E1AAAB96-1C5F-4947-AD81-D9FAE4EA2EA5}"/>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53F1AB1D-B73A-4DDD-892D-EC31C9A7A8AD}"/>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8A4CD250-3377-4650-9D4A-DC5D7A0A0A1C}"/>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96B05F8B-42A9-49B8-B88E-980A1D882DE9}"/>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7807210B-A59E-4D3A-BBE5-4EAA5F66C4C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3DBAEB08-24EF-4569-9A7E-F1C1FCBFE3F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E0ACBDEC-2F7E-42EF-924B-2546ACF9A3F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2D535ABB-4BCE-49F7-8D6B-26F429C3E94B}"/>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A254AE7F-59C5-4832-9915-2AE0210EDAD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43560686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70% TEXT + 30% IMAG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1756319"/>
            <a:ext cx="7675562" cy="869476"/>
          </a:xfrm>
        </p:spPr>
        <p:txBody>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5938" y="3065250"/>
            <a:ext cx="7675562" cy="2239179"/>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Reading </a:t>
            </a:r>
            <a:r>
              <a:rPr lang="nl-NL" noProof="0" dirty="0" err="1"/>
              <a:t>text</a:t>
            </a:r>
            <a:endParaRPr lang="nl-NL" noProof="0" dirty="0"/>
          </a:p>
          <a:p>
            <a:pPr lvl="4"/>
            <a:r>
              <a:rPr lang="nl-NL" noProof="0" dirty="0" err="1"/>
              <a:t>Heading</a:t>
            </a:r>
            <a:r>
              <a:rPr lang="nl-NL" noProof="0" dirty="0"/>
              <a:t> #1</a:t>
            </a:r>
          </a:p>
          <a:p>
            <a:pPr lvl="5"/>
            <a:r>
              <a:rPr lang="nl-NL" noProof="0" dirty="0" err="1"/>
              <a:t>heading</a:t>
            </a:r>
            <a:r>
              <a:rPr lang="nl-NL" noProof="0" dirty="0"/>
              <a:t> #2</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120909"/>
            <a:ext cx="2933400" cy="151790"/>
          </a:xfrm>
        </p:spPr>
        <p:txBody>
          <a:bodyPr/>
          <a:lstStyle/>
          <a:p>
            <a:fld id="{731CD031-FC28-41D7-9493-FCE2B056A56B}" type="datetime4">
              <a:rPr lang="nl-NL" noProof="0" smtClean="0"/>
              <a:t>16 oktober 2026</a:t>
            </a:fld>
            <a:endParaRPr lang="nl-NL" noProof="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120909"/>
            <a:ext cx="4114800" cy="151790"/>
          </a:xfrm>
        </p:spPr>
        <p:txBody>
          <a:bodyPr/>
          <a:lstStyle/>
          <a:p>
            <a:endParaRPr lang="nl-NL" noProof="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136784"/>
            <a:ext cx="284597" cy="151790"/>
          </a:xfrm>
        </p:spPr>
        <p:txBody>
          <a:bodyPr/>
          <a:lstStyle/>
          <a:p>
            <a:fld id="{D7B5DC5B-6873-43DB-ADC7-B15ACCE0DFDB}" type="slidenum">
              <a:rPr lang="nl-NL" noProof="0" smtClean="0"/>
              <a:t>‹#›</a:t>
            </a:fld>
            <a:endParaRPr lang="nl-NL" noProof="0"/>
          </a:p>
        </p:txBody>
      </p:sp>
      <p:sp>
        <p:nvSpPr>
          <p:cNvPr id="17" name="Tijdelijke aanduiding voor afbeelding 16">
            <a:extLst>
              <a:ext uri="{FF2B5EF4-FFF2-40B4-BE49-F238E27FC236}">
                <a16:creationId xmlns:a16="http://schemas.microsoft.com/office/drawing/2014/main" id="{34EE03AE-CD13-42C5-B28F-9FD03DEF7A75}"/>
              </a:ext>
            </a:extLst>
          </p:cNvPr>
          <p:cNvSpPr>
            <a:spLocks noGrp="1"/>
          </p:cNvSpPr>
          <p:nvPr>
            <p:ph type="pic" sz="quarter" idx="13"/>
          </p:nvPr>
        </p:nvSpPr>
        <p:spPr>
          <a:xfrm>
            <a:off x="8720380" y="0"/>
            <a:ext cx="3471619" cy="6857999"/>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9" name="Rechthoek: afgeronde hoeken 8">
            <a:extLst>
              <a:ext uri="{FF2B5EF4-FFF2-40B4-BE49-F238E27FC236}">
                <a16:creationId xmlns:a16="http://schemas.microsoft.com/office/drawing/2014/main" id="{5B9F994C-DE97-4651-AC4C-04B1D6F1B0A1}"/>
              </a:ext>
            </a:extLst>
          </p:cNvPr>
          <p:cNvSpPr/>
          <p:nvPr userDrawn="1"/>
        </p:nvSpPr>
        <p:spPr>
          <a:xfrm>
            <a:off x="0" y="-429492"/>
            <a:ext cx="3618042"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a:solidFill>
                  <a:schemeClr val="accent2"/>
                </a:solidFill>
                <a:latin typeface="+mj-lt"/>
              </a:rPr>
              <a:t>70% TEXT + 30% IMAGE</a:t>
            </a:r>
          </a:p>
        </p:txBody>
      </p:sp>
      <p:grpSp>
        <p:nvGrpSpPr>
          <p:cNvPr id="11" name="INSTRUCTIE">
            <a:extLst>
              <a:ext uri="{FF2B5EF4-FFF2-40B4-BE49-F238E27FC236}">
                <a16:creationId xmlns:a16="http://schemas.microsoft.com/office/drawing/2014/main" id="{6AF41F7E-3678-4136-AAC2-2DD38BDFC386}"/>
              </a:ext>
            </a:extLst>
          </p:cNvPr>
          <p:cNvGrpSpPr/>
          <p:nvPr userDrawn="1"/>
        </p:nvGrpSpPr>
        <p:grpSpPr>
          <a:xfrm>
            <a:off x="-3786437" y="0"/>
            <a:ext cx="3693386" cy="5359349"/>
            <a:chOff x="-3786437" y="0"/>
            <a:chExt cx="3693386" cy="5359349"/>
          </a:xfrm>
        </p:grpSpPr>
        <p:sp>
          <p:nvSpPr>
            <p:cNvPr id="12" name="Rechthoek 11">
              <a:extLst>
                <a:ext uri="{FF2B5EF4-FFF2-40B4-BE49-F238E27FC236}">
                  <a16:creationId xmlns:a16="http://schemas.microsoft.com/office/drawing/2014/main" id="{9766E1AB-F283-4521-8317-E4600CEAB46E}"/>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13" name="Ovaal 12">
              <a:extLst>
                <a:ext uri="{FF2B5EF4-FFF2-40B4-BE49-F238E27FC236}">
                  <a16:creationId xmlns:a16="http://schemas.microsoft.com/office/drawing/2014/main" id="{56EA111F-F9B6-43BA-8BBD-ED2411B0A4B0}"/>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4" name="Rechthoek 13">
              <a:extLst>
                <a:ext uri="{FF2B5EF4-FFF2-40B4-BE49-F238E27FC236}">
                  <a16:creationId xmlns:a16="http://schemas.microsoft.com/office/drawing/2014/main" id="{61937BDC-B3BE-4558-A79F-E2397FC85469}"/>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15" name="Ovaal 14">
              <a:extLst>
                <a:ext uri="{FF2B5EF4-FFF2-40B4-BE49-F238E27FC236}">
                  <a16:creationId xmlns:a16="http://schemas.microsoft.com/office/drawing/2014/main" id="{639713DD-CF52-4FF5-A5C0-6EC1C7FF6739}"/>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 name="Rechthoek 15">
              <a:extLst>
                <a:ext uri="{FF2B5EF4-FFF2-40B4-BE49-F238E27FC236}">
                  <a16:creationId xmlns:a16="http://schemas.microsoft.com/office/drawing/2014/main" id="{A2CD90E0-5428-41B9-9D26-18642CFE689D}"/>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471FD58D-3472-4767-9A5A-2DE0DA104BE2}"/>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80E16B03-6BCC-43F7-9303-9DCD6B2C3DAD}"/>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C2BFC0B6-2AC0-4931-B4B0-F0DF16E89A63}"/>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BAF0AF3F-4AE8-4BAB-A69E-13D9A1D47B11}"/>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3ED08A1E-C851-40AA-865F-6782DD238466}"/>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B1C5C027-D08B-4A92-9FED-FA22AEC63186}"/>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428EE896-51BA-4CE3-994B-05F484287945}"/>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7D4AAB55-3CC1-46BA-9CD1-E0A8AD6761B4}"/>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AEAD2B84-5E90-4217-A145-FAEDC26782F1}"/>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654B3537-8FA9-4E86-B012-B09D46BA8841}"/>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C985FD35-2242-44B1-82AC-0A39A083617C}"/>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21E53785-EED5-4165-9E84-F064F3A68276}"/>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1B1764C4-7416-449C-A081-BAFD1518EC28}"/>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EBF4C72A-2710-49C1-9698-08E162CA2339}"/>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6248734B-8868-49A1-BB15-BAF09284BD60}"/>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4A6FDE9A-0FEA-49FB-ADB1-3D575270096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8BD92A04-0810-4B10-A55D-1049DE6B8515}"/>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AD87EC68-D799-43D9-842E-F8EBCC8CF682}"/>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1B4636BA-B426-45BE-B244-BA847709429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09CCD4EC-1BE4-4C0B-8D4A-004FFCAF47AA}"/>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92CB472F-9666-4691-838B-D884CFE730A3}"/>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5036B019-EAA6-4496-A0CF-C264DCD4585A}"/>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DBEA2041-66FD-4F51-91F6-401EA28468D3}"/>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F3E62CA5-552B-48CA-AC51-FBC26541DE83}"/>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5796A851-C7AA-4CE1-9107-CFEBF6073420}"/>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F1CBE5BF-3C05-4D49-9AA6-6E74D925649A}"/>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1BFB0E88-6B2E-42F3-A6A6-744D19442FB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EBD26498-10BB-4EFD-9848-9E808E4E1B4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F31D293A-7A65-4E9F-8DC8-44B95602204E}"/>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65DFADBE-63B6-42E6-ABA5-69209619433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04C3A618-29E0-454B-96F1-FBE18D6F8FD0}"/>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46274155-D9CC-4847-A381-4DF9C88A71F5}"/>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F67E8EF3-813F-4043-AAF9-C89796FE0D34}"/>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F326B48A-ED8B-45CB-BA8F-9F49F329BA5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21670537-94ED-42B3-A133-C8328760ADF6}"/>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60759544-7635-4A1A-A256-73D2BAAE122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500064BF-AD08-4590-8658-E190E88B4B37}"/>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DD6C01EB-FA3C-42B1-9C0E-FF21270D9ED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6CE50FD9-5E79-48BD-96A6-09FEA9748196}"/>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9166BB64-E197-41A4-92DF-EE7E2EA831BA}"/>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BA172E9A-5191-4819-85A4-6544EE4ABA6A}"/>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5990D543-7A10-44B1-A2F3-DF8FD4A97F34}"/>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C10941DB-ED02-4ED4-828E-6215AB202EFD}"/>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2218071D-65B8-4F17-8D16-DBD55DFDB0DF}"/>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93F879FD-DF2A-4308-B9D1-D8F11D11E0FA}"/>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4EF1E636-24D6-4CD0-8E4F-8CC92AE0E656}"/>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D074A65C-80AF-4844-81B7-5E3F7B42696F}"/>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1AB84E05-2A0E-4479-B9C1-1B82B96CD326}"/>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E6618C8A-80CD-44A3-9686-F2DF5F5A5CA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57CDB882-8295-45F4-80BE-E99A77ABCC1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DA179E4D-56E6-4C43-BBC1-A875E80C9A47}"/>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F315E4F3-B18F-4AB3-A935-7ABB36556509}"/>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31D20E1F-B72F-4141-91FD-35606E34E026}"/>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3938D374-0167-40F2-B052-F75A31E6C0CA}"/>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9B63684B-64C3-4EDF-A4FB-A2946B9370B0}"/>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B5C81E11-11D6-4C10-9A6B-6A2AC7607C1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26E5E313-AB35-4C81-B408-30F4509A65FC}"/>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5BED3358-D640-4FEF-AC65-6756422AA47D}"/>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976C538A-0432-4A7D-A7BA-14782B1DC3A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2A974B5F-C311-449E-BFA8-AB3B8A66D10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4E89A7C3-2566-46D9-8A19-FDF6B03B253E}"/>
              </a:ext>
            </a:extLst>
          </p:cNvPr>
          <p:cNvGrpSpPr/>
          <p:nvPr userDrawn="1"/>
        </p:nvGrpSpPr>
        <p:grpSpPr>
          <a:xfrm>
            <a:off x="12377595" y="0"/>
            <a:ext cx="3693386" cy="5270646"/>
            <a:chOff x="-3786437" y="0"/>
            <a:chExt cx="3693386" cy="5270646"/>
          </a:xfrm>
        </p:grpSpPr>
        <p:sp>
          <p:nvSpPr>
            <p:cNvPr id="79" name="Rechthoek 78">
              <a:extLst>
                <a:ext uri="{FF2B5EF4-FFF2-40B4-BE49-F238E27FC236}">
                  <a16:creationId xmlns:a16="http://schemas.microsoft.com/office/drawing/2014/main" id="{0B1FB599-CFA1-45CD-AA36-48F8520AC59F}"/>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sp>
          <p:nvSpPr>
            <p:cNvPr id="80" name="Rechthoek 79">
              <a:extLst>
                <a:ext uri="{FF2B5EF4-FFF2-40B4-BE49-F238E27FC236}">
                  <a16:creationId xmlns:a16="http://schemas.microsoft.com/office/drawing/2014/main" id="{9FB39E69-B5E7-493B-A5CE-753CAF41720C}"/>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Afbeelding invoegen/opmaken</a:t>
              </a:r>
            </a:p>
          </p:txBody>
        </p:sp>
        <p:sp>
          <p:nvSpPr>
            <p:cNvPr id="81" name="Ovaal 80">
              <a:extLst>
                <a:ext uri="{FF2B5EF4-FFF2-40B4-BE49-F238E27FC236}">
                  <a16:creationId xmlns:a16="http://schemas.microsoft.com/office/drawing/2014/main" id="{79CBAB41-36D4-415E-A539-C0C6340F4383}"/>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2" name="Rechthoek 81">
              <a:extLst>
                <a:ext uri="{FF2B5EF4-FFF2-40B4-BE49-F238E27FC236}">
                  <a16:creationId xmlns:a16="http://schemas.microsoft.com/office/drawing/2014/main" id="{1A97E6B8-6B9A-4D88-988F-B758FA85A7FE}"/>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3" name="Groep 82">
              <a:extLst>
                <a:ext uri="{FF2B5EF4-FFF2-40B4-BE49-F238E27FC236}">
                  <a16:creationId xmlns:a16="http://schemas.microsoft.com/office/drawing/2014/main" id="{7845B778-BD46-4B63-94A6-D388E8E97FA0}"/>
                </a:ext>
              </a:extLst>
            </p:cNvPr>
            <p:cNvGrpSpPr/>
            <p:nvPr userDrawn="1"/>
          </p:nvGrpSpPr>
          <p:grpSpPr>
            <a:xfrm>
              <a:off x="-3316179" y="1231351"/>
              <a:ext cx="294789" cy="318834"/>
              <a:chOff x="14466489" y="1001522"/>
              <a:chExt cx="290627" cy="314333"/>
            </a:xfrm>
          </p:grpSpPr>
          <p:sp>
            <p:nvSpPr>
              <p:cNvPr id="112" name="Rechthoek 111">
                <a:extLst>
                  <a:ext uri="{FF2B5EF4-FFF2-40B4-BE49-F238E27FC236}">
                    <a16:creationId xmlns:a16="http://schemas.microsoft.com/office/drawing/2014/main" id="{C6A40D79-11D5-45A1-BA04-17117556B57C}"/>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13" name="Ovaal 112">
                <a:extLst>
                  <a:ext uri="{FF2B5EF4-FFF2-40B4-BE49-F238E27FC236}">
                    <a16:creationId xmlns:a16="http://schemas.microsoft.com/office/drawing/2014/main" id="{207C3F3C-77D2-4CA4-B281-0C162365E4CA}"/>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14" name="Vrije vorm: vorm 113">
                <a:extLst>
                  <a:ext uri="{FF2B5EF4-FFF2-40B4-BE49-F238E27FC236}">
                    <a16:creationId xmlns:a16="http://schemas.microsoft.com/office/drawing/2014/main" id="{9145512D-414F-4BE5-9AF4-8682BE5C9D96}"/>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15" name="Rechthoek: afgeronde hoeken 114">
                <a:extLst>
                  <a:ext uri="{FF2B5EF4-FFF2-40B4-BE49-F238E27FC236}">
                    <a16:creationId xmlns:a16="http://schemas.microsoft.com/office/drawing/2014/main" id="{F7CFD537-02FF-4FCD-AF77-506F800724C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cxnSp>
            <p:nvCxnSpPr>
              <p:cNvPr id="116" name="Rechte verbindingslijn 115">
                <a:extLst>
                  <a:ext uri="{FF2B5EF4-FFF2-40B4-BE49-F238E27FC236}">
                    <a16:creationId xmlns:a16="http://schemas.microsoft.com/office/drawing/2014/main" id="{760ABEA5-3521-40EB-9B36-28862F195656}"/>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7" name="Rechte verbindingslijn 116">
                <a:extLst>
                  <a:ext uri="{FF2B5EF4-FFF2-40B4-BE49-F238E27FC236}">
                    <a16:creationId xmlns:a16="http://schemas.microsoft.com/office/drawing/2014/main" id="{6A1040BC-9151-4336-B149-DF38CA7DDF12}"/>
                  </a:ext>
                </a:extLst>
              </p:cNvPr>
              <p:cNvCxnSpPr>
                <a:cxnSpLocks/>
                <a:stCxn id="11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4" name="Ovaal 83">
              <a:extLst>
                <a:ext uri="{FF2B5EF4-FFF2-40B4-BE49-F238E27FC236}">
                  <a16:creationId xmlns:a16="http://schemas.microsoft.com/office/drawing/2014/main" id="{92801969-3BCF-4040-A348-B8AC6488ABE7}"/>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7F18D9B3-EAC7-4AAF-A231-6EA40F350E47}"/>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C6E2B286-AA1C-4141-8C38-53BB70871A8D}"/>
                </a:ext>
              </a:extLst>
            </p:cNvPr>
            <p:cNvGrpSpPr/>
            <p:nvPr userDrawn="1"/>
          </p:nvGrpSpPr>
          <p:grpSpPr>
            <a:xfrm>
              <a:off x="-3311319" y="2164285"/>
              <a:ext cx="825500" cy="209550"/>
              <a:chOff x="13504624" y="2482850"/>
              <a:chExt cx="825500" cy="209550"/>
            </a:xfrm>
          </p:grpSpPr>
          <p:sp>
            <p:nvSpPr>
              <p:cNvPr id="109" name="Rechthoek 108">
                <a:extLst>
                  <a:ext uri="{FF2B5EF4-FFF2-40B4-BE49-F238E27FC236}">
                    <a16:creationId xmlns:a16="http://schemas.microsoft.com/office/drawing/2014/main" id="{31E82C1A-89AB-467F-BDE3-806C91A33897}"/>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110" name="Rechte verbindingslijn 109">
                <a:extLst>
                  <a:ext uri="{FF2B5EF4-FFF2-40B4-BE49-F238E27FC236}">
                    <a16:creationId xmlns:a16="http://schemas.microsoft.com/office/drawing/2014/main" id="{462FAB55-1E34-44A6-8A84-830CC060C036}"/>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11" name="Gelijkbenige driehoek 110">
                <a:extLst>
                  <a:ext uri="{FF2B5EF4-FFF2-40B4-BE49-F238E27FC236}">
                    <a16:creationId xmlns:a16="http://schemas.microsoft.com/office/drawing/2014/main" id="{0C9D9358-0746-4C2D-B643-D2CCBE808BE1}"/>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sp>
          <p:nvSpPr>
            <p:cNvPr id="87" name="Ovaal 86">
              <a:extLst>
                <a:ext uri="{FF2B5EF4-FFF2-40B4-BE49-F238E27FC236}">
                  <a16:creationId xmlns:a16="http://schemas.microsoft.com/office/drawing/2014/main" id="{6B0C7FBF-7890-489E-A2AF-9A6DDC14535B}"/>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D3AA46A8-672B-4907-AE1A-DB2F5BF99136}"/>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89" name="Groep 88">
              <a:extLst>
                <a:ext uri="{FF2B5EF4-FFF2-40B4-BE49-F238E27FC236}">
                  <a16:creationId xmlns:a16="http://schemas.microsoft.com/office/drawing/2014/main" id="{0C84C163-034F-451C-8EDF-04E43F599565}"/>
                </a:ext>
              </a:extLst>
            </p:cNvPr>
            <p:cNvGrpSpPr/>
            <p:nvPr userDrawn="1"/>
          </p:nvGrpSpPr>
          <p:grpSpPr>
            <a:xfrm>
              <a:off x="-3408294" y="3643742"/>
              <a:ext cx="622283" cy="612920"/>
              <a:chOff x="12617641" y="3403239"/>
              <a:chExt cx="752963" cy="741634"/>
            </a:xfrm>
          </p:grpSpPr>
          <p:grpSp>
            <p:nvGrpSpPr>
              <p:cNvPr id="93" name="Groep 92">
                <a:extLst>
                  <a:ext uri="{FF2B5EF4-FFF2-40B4-BE49-F238E27FC236}">
                    <a16:creationId xmlns:a16="http://schemas.microsoft.com/office/drawing/2014/main" id="{8EB249C1-7E76-4F5D-8893-E86A9562742E}"/>
                  </a:ext>
                </a:extLst>
              </p:cNvPr>
              <p:cNvGrpSpPr/>
              <p:nvPr userDrawn="1"/>
            </p:nvGrpSpPr>
            <p:grpSpPr>
              <a:xfrm>
                <a:off x="12771530" y="3403239"/>
                <a:ext cx="467176" cy="448491"/>
                <a:chOff x="12782157" y="3403239"/>
                <a:chExt cx="467176" cy="448491"/>
              </a:xfrm>
            </p:grpSpPr>
            <p:grpSp>
              <p:nvGrpSpPr>
                <p:cNvPr id="96" name="Groep 95">
                  <a:extLst>
                    <a:ext uri="{FF2B5EF4-FFF2-40B4-BE49-F238E27FC236}">
                      <a16:creationId xmlns:a16="http://schemas.microsoft.com/office/drawing/2014/main" id="{3173E556-8C3D-4472-B780-E342D6098741}"/>
                    </a:ext>
                  </a:extLst>
                </p:cNvPr>
                <p:cNvGrpSpPr/>
                <p:nvPr userDrawn="1"/>
              </p:nvGrpSpPr>
              <p:grpSpPr>
                <a:xfrm>
                  <a:off x="12782157" y="3403239"/>
                  <a:ext cx="412976" cy="396132"/>
                  <a:chOff x="13554906" y="3320109"/>
                  <a:chExt cx="443917" cy="425811"/>
                </a:xfrm>
              </p:grpSpPr>
              <p:grpSp>
                <p:nvGrpSpPr>
                  <p:cNvPr id="103" name="Groep 102">
                    <a:extLst>
                      <a:ext uri="{FF2B5EF4-FFF2-40B4-BE49-F238E27FC236}">
                        <a16:creationId xmlns:a16="http://schemas.microsoft.com/office/drawing/2014/main" id="{4E9FCA01-873F-4DB4-8695-7E8CF5DD272C}"/>
                      </a:ext>
                    </a:extLst>
                  </p:cNvPr>
                  <p:cNvGrpSpPr/>
                  <p:nvPr userDrawn="1"/>
                </p:nvGrpSpPr>
                <p:grpSpPr>
                  <a:xfrm>
                    <a:off x="13554906" y="3320109"/>
                    <a:ext cx="443917" cy="425811"/>
                    <a:chOff x="12909684" y="1276143"/>
                    <a:chExt cx="443917" cy="425811"/>
                  </a:xfrm>
                </p:grpSpPr>
                <p:sp>
                  <p:nvSpPr>
                    <p:cNvPr id="106" name="Rechthoek 105">
                      <a:extLst>
                        <a:ext uri="{FF2B5EF4-FFF2-40B4-BE49-F238E27FC236}">
                          <a16:creationId xmlns:a16="http://schemas.microsoft.com/office/drawing/2014/main" id="{0F860AAB-292A-416B-B0C2-A4F2707F7581}"/>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07" name="Rechthoek 106">
                      <a:extLst>
                        <a:ext uri="{FF2B5EF4-FFF2-40B4-BE49-F238E27FC236}">
                          <a16:creationId xmlns:a16="http://schemas.microsoft.com/office/drawing/2014/main" id="{9E02BF6B-EDA9-4858-AC00-7873D619E2A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08" name="Ovaal 107">
                      <a:extLst>
                        <a:ext uri="{FF2B5EF4-FFF2-40B4-BE49-F238E27FC236}">
                          <a16:creationId xmlns:a16="http://schemas.microsoft.com/office/drawing/2014/main" id="{744E0DED-BD6E-4496-893B-53AEF3342AA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pic>
                <p:nvPicPr>
                  <p:cNvPr id="104" name="Afbeelding 103">
                    <a:extLst>
                      <a:ext uri="{FF2B5EF4-FFF2-40B4-BE49-F238E27FC236}">
                        <a16:creationId xmlns:a16="http://schemas.microsoft.com/office/drawing/2014/main" id="{9C3F841E-3EFA-4F0D-A33E-74D80C2CC7EA}"/>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05" name="Afbeelding 104">
                    <a:extLst>
                      <a:ext uri="{FF2B5EF4-FFF2-40B4-BE49-F238E27FC236}">
                        <a16:creationId xmlns:a16="http://schemas.microsoft.com/office/drawing/2014/main" id="{79CFCC4A-4842-4BFF-A0C4-901EC07BDCAD}"/>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97" name="Groep 96">
                  <a:extLst>
                    <a:ext uri="{FF2B5EF4-FFF2-40B4-BE49-F238E27FC236}">
                      <a16:creationId xmlns:a16="http://schemas.microsoft.com/office/drawing/2014/main" id="{C219A3A6-A073-455E-A3D9-B1C7B512E0D2}"/>
                    </a:ext>
                  </a:extLst>
                </p:cNvPr>
                <p:cNvGrpSpPr/>
                <p:nvPr userDrawn="1"/>
              </p:nvGrpSpPr>
              <p:grpSpPr>
                <a:xfrm>
                  <a:off x="13103513" y="3705268"/>
                  <a:ext cx="145820" cy="146462"/>
                  <a:chOff x="13096169" y="3602278"/>
                  <a:chExt cx="145820" cy="146462"/>
                </a:xfrm>
              </p:grpSpPr>
              <p:sp>
                <p:nvSpPr>
                  <p:cNvPr id="101" name="Rechthoek 100">
                    <a:extLst>
                      <a:ext uri="{FF2B5EF4-FFF2-40B4-BE49-F238E27FC236}">
                        <a16:creationId xmlns:a16="http://schemas.microsoft.com/office/drawing/2014/main" id="{E5AD3BCD-9ADA-4098-9E96-2FEF900EEA8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02" name="Rechthoek 101">
                    <a:extLst>
                      <a:ext uri="{FF2B5EF4-FFF2-40B4-BE49-F238E27FC236}">
                        <a16:creationId xmlns:a16="http://schemas.microsoft.com/office/drawing/2014/main" id="{C269D83A-1B4E-4C3E-8164-C705291E79D8}"/>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98" name="Groep 97">
                  <a:extLst>
                    <a:ext uri="{FF2B5EF4-FFF2-40B4-BE49-F238E27FC236}">
                      <a16:creationId xmlns:a16="http://schemas.microsoft.com/office/drawing/2014/main" id="{4960FEE8-9B87-47D0-9FD5-F92BD0DE3599}"/>
                    </a:ext>
                  </a:extLst>
                </p:cNvPr>
                <p:cNvGrpSpPr/>
                <p:nvPr userDrawn="1"/>
              </p:nvGrpSpPr>
              <p:grpSpPr>
                <a:xfrm rot="10800000">
                  <a:off x="13061402" y="3665637"/>
                  <a:ext cx="145820" cy="146462"/>
                  <a:chOff x="13096169" y="3602278"/>
                  <a:chExt cx="145820" cy="146462"/>
                </a:xfrm>
              </p:grpSpPr>
              <p:sp>
                <p:nvSpPr>
                  <p:cNvPr id="99" name="Rechthoek 98">
                    <a:extLst>
                      <a:ext uri="{FF2B5EF4-FFF2-40B4-BE49-F238E27FC236}">
                        <a16:creationId xmlns:a16="http://schemas.microsoft.com/office/drawing/2014/main" id="{4FFB4564-E9C3-4505-99A1-E35F7E44866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00" name="Rechthoek 99">
                    <a:extLst>
                      <a:ext uri="{FF2B5EF4-FFF2-40B4-BE49-F238E27FC236}">
                        <a16:creationId xmlns:a16="http://schemas.microsoft.com/office/drawing/2014/main" id="{93445CEC-06D1-4669-96C7-9A6AAFC322D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94" name="Rechthoek 93">
                <a:extLst>
                  <a:ext uri="{FF2B5EF4-FFF2-40B4-BE49-F238E27FC236}">
                    <a16:creationId xmlns:a16="http://schemas.microsoft.com/office/drawing/2014/main" id="{8E0B275D-8427-4C94-9A52-D31B7A398EA5}"/>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Bijsnijden</a:t>
                </a:r>
              </a:p>
            </p:txBody>
          </p:sp>
          <p:sp>
            <p:nvSpPr>
              <p:cNvPr id="95" name="Gelijkbenige driehoek 94">
                <a:extLst>
                  <a:ext uri="{FF2B5EF4-FFF2-40B4-BE49-F238E27FC236}">
                    <a16:creationId xmlns:a16="http://schemas.microsoft.com/office/drawing/2014/main" id="{751BCBEB-215F-4111-9CB1-E190B87F0952}"/>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90" name="ICOON_info">
              <a:extLst>
                <a:ext uri="{FF2B5EF4-FFF2-40B4-BE49-F238E27FC236}">
                  <a16:creationId xmlns:a16="http://schemas.microsoft.com/office/drawing/2014/main" id="{0567C781-C56E-4777-80AC-38843FE7384E}"/>
                </a:ext>
              </a:extLst>
            </p:cNvPr>
            <p:cNvGrpSpPr/>
            <p:nvPr userDrawn="1"/>
          </p:nvGrpSpPr>
          <p:grpSpPr>
            <a:xfrm>
              <a:off x="-376736" y="4271597"/>
              <a:ext cx="283685" cy="283685"/>
              <a:chOff x="-510741" y="5913713"/>
              <a:chExt cx="267555" cy="267555"/>
            </a:xfrm>
          </p:grpSpPr>
          <p:sp>
            <p:nvSpPr>
              <p:cNvPr id="91" name="Ovaal 90">
                <a:extLst>
                  <a:ext uri="{FF2B5EF4-FFF2-40B4-BE49-F238E27FC236}">
                    <a16:creationId xmlns:a16="http://schemas.microsoft.com/office/drawing/2014/main" id="{42B54857-BCA9-4195-B744-9BC9CDA381F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92" name="Graphic 163" descr="Informatie">
                <a:extLst>
                  <a:ext uri="{FF2B5EF4-FFF2-40B4-BE49-F238E27FC236}">
                    <a16:creationId xmlns:a16="http://schemas.microsoft.com/office/drawing/2014/main" id="{2E51597E-68B0-4D6C-8654-3A5BF5530160}"/>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355055498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0% TEXT + 50% IMAGE">
    <p:spTree>
      <p:nvGrpSpPr>
        <p:cNvPr id="1" name=""/>
        <p:cNvGrpSpPr/>
        <p:nvPr/>
      </p:nvGrpSpPr>
      <p:grpSpPr>
        <a:xfrm>
          <a:off x="0" y="0"/>
          <a:ext cx="0" cy="0"/>
          <a:chOff x="0" y="0"/>
          <a:chExt cx="0" cy="0"/>
        </a:xfrm>
      </p:grpSpPr>
      <p:sp>
        <p:nvSpPr>
          <p:cNvPr id="10" name="Tijdelijke aanduiding voor afbeelding 16">
            <a:extLst>
              <a:ext uri="{FF2B5EF4-FFF2-40B4-BE49-F238E27FC236}">
                <a16:creationId xmlns:a16="http://schemas.microsoft.com/office/drawing/2014/main" id="{3E7D56D3-A407-4B65-98D8-B8448D90DAAB}"/>
              </a:ext>
            </a:extLst>
          </p:cNvPr>
          <p:cNvSpPr>
            <a:spLocks noGrp="1"/>
          </p:cNvSpPr>
          <p:nvPr>
            <p:ph type="pic" sz="quarter" idx="13"/>
          </p:nvPr>
        </p:nvSpPr>
        <p:spPr>
          <a:xfrm>
            <a:off x="6096000" y="0"/>
            <a:ext cx="6095999" cy="6858000"/>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1067697"/>
            <a:ext cx="5046662" cy="1823639"/>
          </a:xfrm>
        </p:spPr>
        <p:txBody>
          <a:bodyPr/>
          <a:lstStyle>
            <a:lvl1pPr>
              <a:defRPr/>
            </a:lvl1p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br>
              <a:rPr lang="nl-NL" noProof="0" dirty="0"/>
            </a:br>
            <a:r>
              <a:rPr lang="nl-NL" noProof="0" dirty="0"/>
              <a:t>max. 2 </a:t>
            </a:r>
            <a:r>
              <a:rPr lang="nl-NL" noProof="0" dirty="0" err="1"/>
              <a:t>lines</a:t>
            </a:r>
            <a:endParaRPr lang="nl-NL" noProof="0" dirty="0"/>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5938" y="3293904"/>
            <a:ext cx="5046662" cy="2512302"/>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Reading </a:t>
            </a:r>
            <a:r>
              <a:rPr lang="nl-NL" noProof="0" dirty="0" err="1"/>
              <a:t>text</a:t>
            </a:r>
            <a:endParaRPr lang="nl-NL" noProof="0" dirty="0"/>
          </a:p>
          <a:p>
            <a:pPr lvl="4"/>
            <a:r>
              <a:rPr lang="nl-NL" noProof="0" dirty="0" err="1"/>
              <a:t>Heading</a:t>
            </a:r>
            <a:r>
              <a:rPr lang="nl-NL" noProof="0" dirty="0"/>
              <a:t> #1</a:t>
            </a:r>
          </a:p>
          <a:p>
            <a:pPr lvl="5"/>
            <a:r>
              <a:rPr lang="nl-NL" noProof="0" dirty="0" err="1"/>
              <a:t>heading</a:t>
            </a:r>
            <a:r>
              <a:rPr lang="nl-NL" noProof="0" dirty="0"/>
              <a:t> #2</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308001"/>
            <a:ext cx="2933400" cy="151790"/>
          </a:xfrm>
        </p:spPr>
        <p:txBody>
          <a:bodyPr/>
          <a:lstStyle/>
          <a:p>
            <a:fld id="{D478D012-3D28-465A-91B9-EF0E898BB42D}" type="datetime4">
              <a:rPr lang="nl-NL" noProof="0" smtClean="0"/>
              <a:t>16 oktober 2026</a:t>
            </a:fld>
            <a:endParaRPr lang="nl-NL" noProof="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308001"/>
            <a:ext cx="4114800" cy="151790"/>
          </a:xfrm>
        </p:spPr>
        <p:txBody>
          <a:bodyPr/>
          <a:lstStyle/>
          <a:p>
            <a:endParaRPr lang="nl-NL" noProof="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308001"/>
            <a:ext cx="284597" cy="151790"/>
          </a:xfrm>
        </p:spPr>
        <p:txBody>
          <a:bodyPr/>
          <a:lstStyle/>
          <a:p>
            <a:fld id="{D7B5DC5B-6873-43DB-ADC7-B15ACCE0DFDB}" type="slidenum">
              <a:rPr lang="nl-NL" noProof="0" smtClean="0"/>
              <a:t>‹#›</a:t>
            </a:fld>
            <a:endParaRPr lang="nl-NL" noProof="0"/>
          </a:p>
        </p:txBody>
      </p:sp>
      <p:sp>
        <p:nvSpPr>
          <p:cNvPr id="9" name="Rechthoek: afgeronde hoeken 8">
            <a:extLst>
              <a:ext uri="{FF2B5EF4-FFF2-40B4-BE49-F238E27FC236}">
                <a16:creationId xmlns:a16="http://schemas.microsoft.com/office/drawing/2014/main" id="{2FAFD85F-1CD5-417B-8535-BEABB655C122}"/>
              </a:ext>
            </a:extLst>
          </p:cNvPr>
          <p:cNvSpPr/>
          <p:nvPr userDrawn="1"/>
        </p:nvSpPr>
        <p:spPr>
          <a:xfrm>
            <a:off x="0" y="-429492"/>
            <a:ext cx="3618042"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a:solidFill>
                  <a:schemeClr val="accent2"/>
                </a:solidFill>
                <a:latin typeface="+mj-lt"/>
              </a:rPr>
              <a:t>50% TEXT + 50% IMAGE</a:t>
            </a:r>
          </a:p>
        </p:txBody>
      </p:sp>
      <p:grpSp>
        <p:nvGrpSpPr>
          <p:cNvPr id="11" name="INSTRUCTIE">
            <a:extLst>
              <a:ext uri="{FF2B5EF4-FFF2-40B4-BE49-F238E27FC236}">
                <a16:creationId xmlns:a16="http://schemas.microsoft.com/office/drawing/2014/main" id="{C58243DE-79D2-47E6-B815-72CD6F5C2FC6}"/>
              </a:ext>
            </a:extLst>
          </p:cNvPr>
          <p:cNvGrpSpPr/>
          <p:nvPr userDrawn="1"/>
        </p:nvGrpSpPr>
        <p:grpSpPr>
          <a:xfrm>
            <a:off x="-3786437" y="0"/>
            <a:ext cx="3693386" cy="5359349"/>
            <a:chOff x="-3786437" y="0"/>
            <a:chExt cx="3693386" cy="5359349"/>
          </a:xfrm>
        </p:grpSpPr>
        <p:sp>
          <p:nvSpPr>
            <p:cNvPr id="13" name="Rechthoek 12">
              <a:extLst>
                <a:ext uri="{FF2B5EF4-FFF2-40B4-BE49-F238E27FC236}">
                  <a16:creationId xmlns:a16="http://schemas.microsoft.com/office/drawing/2014/main" id="{D6FF7451-D5C6-4187-9FF6-B67373ED5945}"/>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14" name="Ovaal 13">
              <a:extLst>
                <a:ext uri="{FF2B5EF4-FFF2-40B4-BE49-F238E27FC236}">
                  <a16:creationId xmlns:a16="http://schemas.microsoft.com/office/drawing/2014/main" id="{DDEAD33F-645E-446D-A325-65921D93896F}"/>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60EA1E75-1C00-4220-BF77-14704DD4F1E6}"/>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16" name="Ovaal 15">
              <a:extLst>
                <a:ext uri="{FF2B5EF4-FFF2-40B4-BE49-F238E27FC236}">
                  <a16:creationId xmlns:a16="http://schemas.microsoft.com/office/drawing/2014/main" id="{B6841E7D-316A-485F-A2D9-6DB817DF35C1}"/>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 name="Rechthoek 16">
              <a:extLst>
                <a:ext uri="{FF2B5EF4-FFF2-40B4-BE49-F238E27FC236}">
                  <a16:creationId xmlns:a16="http://schemas.microsoft.com/office/drawing/2014/main" id="{4E313112-96DB-494C-B867-A3A80F2E6447}"/>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03114617-FB01-449F-8E52-F74C3C1FCF23}"/>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35999BD3-2EA3-45D7-9947-FFCB7C1A9A46}"/>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6422D7CF-DEB3-4BEF-9E20-C1BEF10F517C}"/>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4A82EFDE-1AF0-455A-8CA2-8CD4799786B3}"/>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BA9918D5-3E52-4950-80A8-9E57CAF93490}"/>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9D10E163-FBE2-4FE7-A29C-8A17AE0FD365}"/>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140AF77B-42B7-4A48-8C93-565FB9D4467D}"/>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2DEEB80C-3B1C-4C18-AEC8-409C2B40126B}"/>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26798CEE-FBE3-49F4-ADEB-4365F36F96EC}"/>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815C9D6D-0F69-4081-B54B-6C540A1F426F}"/>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1778BE4C-894A-4A89-86B4-2351296D433B}"/>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1A3CE3D8-ADD0-427D-9F0E-367F4DC144B7}"/>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07442BD8-005B-4FE1-B6F3-BC6A4A4B1399}"/>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BE8798D8-DA46-48B9-AC5E-D113827E9F15}"/>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4C808F95-D318-4E00-817A-04E4827C16F8}"/>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8E205371-C445-4691-9E38-934773C80DD4}"/>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349A5CA8-AB4B-4DC6-AA61-4EEBD244DA09}"/>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4607F5A4-251E-4B6E-B003-52CD823B8FDE}"/>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93F79456-AD56-4CF3-8D74-DF73F6F6475C}"/>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8A3B4B3F-72BE-422E-8BBA-7168285F1485}"/>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4A0B0B92-CDF0-40A7-BC0C-3E4D3C30F9C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75504ACC-A04A-4A07-B5B0-E85CFDD60789}"/>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FD5E0A2A-8DEF-481D-B54D-287E48C7532D}"/>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0990A538-FC66-4BAE-89DD-9E97A05783AC}"/>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A56094F1-FEC5-492E-86BA-519CE12E1ED4}"/>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B4460F97-E298-474D-8119-94A2F16A32E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C095B2F6-943E-4D46-992E-78926DB614A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D151E3F1-AFD8-46E3-8CC3-955D1D53611B}"/>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AAFD1DC0-F82D-405D-AF60-84226C827F4A}"/>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566AB636-3DF1-41A7-AE1C-74658053213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6FD9FF42-F795-4117-98AA-A9DD31DFF14B}"/>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31259304-F24B-4CF9-AC60-B8FFB7BAE57F}"/>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C1594E77-0805-43E6-A5B5-E09A228C3772}"/>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7852C8DE-F928-4069-8748-7C04A469253A}"/>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19871AF1-C735-4DCA-82CF-E2BA8F46F794}"/>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BB27462B-609F-4D44-AC3E-7A8B264E9728}"/>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418707B1-8E83-4C4E-8E5B-06FE96CAF6CE}"/>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5DD0DE3A-D63F-43F7-8F67-6834150AF319}"/>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493EEFC3-F0C9-4B95-AB3B-7571D530EAA1}"/>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71FF5E84-788C-432F-8C3E-7876B0062E4F}"/>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3131AA6F-6ADD-4BF1-8B67-183AF954FBB5}"/>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A14577C6-57B3-4E19-B7F2-D05A79F029F3}"/>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FE70E9D1-0EF2-42A6-A818-967723A7429F}"/>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BC3AA2A8-0E56-4653-8A9D-82796DF3B3AC}"/>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055DB3BE-D0F0-40C7-BB1C-44F241840DF4}"/>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1DB0D18F-E166-47E6-B390-97E6F1A9979E}"/>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129818D9-E7FE-48D6-8553-2B34E6CE06A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1EC2BE40-42D6-4900-88F8-D69C7EE8BD89}"/>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E5DAD051-8811-4068-8EAD-AF0D5C440A21}"/>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5C368439-4F9C-4D7D-AE95-4FF92319524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3C01BA28-A8BA-410B-B36A-A32055FF030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989071A3-0F8F-46E4-800F-C05E80FF0625}"/>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994252D5-F7E0-47DC-A2B8-8E6AA3046AEF}"/>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45F17DD9-627E-46C4-8108-8F274C5F44F3}"/>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D384975A-9A92-4027-AC4B-9FC065ADB418}"/>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8E4FC40F-7E28-45BA-8FAD-00C4E88EDF60}"/>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A35938B1-86AD-4932-877F-D7B9B8E79510}"/>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83937231-B086-44AC-A95C-A09976F90222}"/>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432747B8-D435-4A91-A534-77402B29FE95}"/>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B65499E1-447B-4F5B-8115-0AC16691BD0B}"/>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22C06441-5EEB-4B13-B61A-F50038551B1B}"/>
              </a:ext>
            </a:extLst>
          </p:cNvPr>
          <p:cNvGrpSpPr/>
          <p:nvPr userDrawn="1"/>
        </p:nvGrpSpPr>
        <p:grpSpPr>
          <a:xfrm>
            <a:off x="12377595" y="0"/>
            <a:ext cx="3693386" cy="5270646"/>
            <a:chOff x="-3786437" y="0"/>
            <a:chExt cx="3693386" cy="5270646"/>
          </a:xfrm>
        </p:grpSpPr>
        <p:sp>
          <p:nvSpPr>
            <p:cNvPr id="79" name="Rechthoek 78">
              <a:extLst>
                <a:ext uri="{FF2B5EF4-FFF2-40B4-BE49-F238E27FC236}">
                  <a16:creationId xmlns:a16="http://schemas.microsoft.com/office/drawing/2014/main" id="{26B66F20-ED95-4606-8613-01159D9C02D3}"/>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sp>
          <p:nvSpPr>
            <p:cNvPr id="80" name="Rechthoek 79">
              <a:extLst>
                <a:ext uri="{FF2B5EF4-FFF2-40B4-BE49-F238E27FC236}">
                  <a16:creationId xmlns:a16="http://schemas.microsoft.com/office/drawing/2014/main" id="{1E47D3D1-1EF3-4258-A32F-86E315AE8AB6}"/>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Afbeelding invoegen/opmaken</a:t>
              </a:r>
            </a:p>
          </p:txBody>
        </p:sp>
        <p:sp>
          <p:nvSpPr>
            <p:cNvPr id="81" name="Ovaal 80">
              <a:extLst>
                <a:ext uri="{FF2B5EF4-FFF2-40B4-BE49-F238E27FC236}">
                  <a16:creationId xmlns:a16="http://schemas.microsoft.com/office/drawing/2014/main" id="{4C08C498-9CAF-4F9B-AE69-92D08765A233}"/>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2" name="Rechthoek 81">
              <a:extLst>
                <a:ext uri="{FF2B5EF4-FFF2-40B4-BE49-F238E27FC236}">
                  <a16:creationId xmlns:a16="http://schemas.microsoft.com/office/drawing/2014/main" id="{8161335A-A719-4578-9DFE-31AB6B9392B4}"/>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3" name="Groep 82">
              <a:extLst>
                <a:ext uri="{FF2B5EF4-FFF2-40B4-BE49-F238E27FC236}">
                  <a16:creationId xmlns:a16="http://schemas.microsoft.com/office/drawing/2014/main" id="{A52A30D1-F493-4834-B12F-ED7E03C4A7FD}"/>
                </a:ext>
              </a:extLst>
            </p:cNvPr>
            <p:cNvGrpSpPr/>
            <p:nvPr userDrawn="1"/>
          </p:nvGrpSpPr>
          <p:grpSpPr>
            <a:xfrm>
              <a:off x="-3316179" y="1231351"/>
              <a:ext cx="294789" cy="318834"/>
              <a:chOff x="14466489" y="1001522"/>
              <a:chExt cx="290627" cy="314333"/>
            </a:xfrm>
          </p:grpSpPr>
          <p:sp>
            <p:nvSpPr>
              <p:cNvPr id="112" name="Rechthoek 111">
                <a:extLst>
                  <a:ext uri="{FF2B5EF4-FFF2-40B4-BE49-F238E27FC236}">
                    <a16:creationId xmlns:a16="http://schemas.microsoft.com/office/drawing/2014/main" id="{42D8A8DA-265C-4CAF-8C45-B4DF05DC2CCF}"/>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13" name="Ovaal 112">
                <a:extLst>
                  <a:ext uri="{FF2B5EF4-FFF2-40B4-BE49-F238E27FC236}">
                    <a16:creationId xmlns:a16="http://schemas.microsoft.com/office/drawing/2014/main" id="{580D2FF4-EA71-453F-BD91-80353C3CA43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14" name="Vrije vorm: vorm 113">
                <a:extLst>
                  <a:ext uri="{FF2B5EF4-FFF2-40B4-BE49-F238E27FC236}">
                    <a16:creationId xmlns:a16="http://schemas.microsoft.com/office/drawing/2014/main" id="{12D0FBF9-A690-4FA5-ABF9-17787F462088}"/>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15" name="Rechthoek: afgeronde hoeken 114">
                <a:extLst>
                  <a:ext uri="{FF2B5EF4-FFF2-40B4-BE49-F238E27FC236}">
                    <a16:creationId xmlns:a16="http://schemas.microsoft.com/office/drawing/2014/main" id="{35D9B067-F4CE-4388-B2D6-F507160F6193}"/>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cxnSp>
            <p:nvCxnSpPr>
              <p:cNvPr id="116" name="Rechte verbindingslijn 115">
                <a:extLst>
                  <a:ext uri="{FF2B5EF4-FFF2-40B4-BE49-F238E27FC236}">
                    <a16:creationId xmlns:a16="http://schemas.microsoft.com/office/drawing/2014/main" id="{426D94D7-84F6-41E6-8638-82B51440C6E6}"/>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7" name="Rechte verbindingslijn 116">
                <a:extLst>
                  <a:ext uri="{FF2B5EF4-FFF2-40B4-BE49-F238E27FC236}">
                    <a16:creationId xmlns:a16="http://schemas.microsoft.com/office/drawing/2014/main" id="{337BA737-2863-473F-BB72-02AF3535ECF2}"/>
                  </a:ext>
                </a:extLst>
              </p:cNvPr>
              <p:cNvCxnSpPr>
                <a:cxnSpLocks/>
                <a:stCxn id="11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4" name="Ovaal 83">
              <a:extLst>
                <a:ext uri="{FF2B5EF4-FFF2-40B4-BE49-F238E27FC236}">
                  <a16:creationId xmlns:a16="http://schemas.microsoft.com/office/drawing/2014/main" id="{B57C7B37-BD72-48A3-B0A7-EA03109BF7B2}"/>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C0315608-5A10-480A-8E44-2381160938F2}"/>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0A388702-3606-4981-B0DE-C89709980C33}"/>
                </a:ext>
              </a:extLst>
            </p:cNvPr>
            <p:cNvGrpSpPr/>
            <p:nvPr userDrawn="1"/>
          </p:nvGrpSpPr>
          <p:grpSpPr>
            <a:xfrm>
              <a:off x="-3311319" y="2164285"/>
              <a:ext cx="825500" cy="209550"/>
              <a:chOff x="13504624" y="2482850"/>
              <a:chExt cx="825500" cy="209550"/>
            </a:xfrm>
          </p:grpSpPr>
          <p:sp>
            <p:nvSpPr>
              <p:cNvPr id="109" name="Rechthoek 108">
                <a:extLst>
                  <a:ext uri="{FF2B5EF4-FFF2-40B4-BE49-F238E27FC236}">
                    <a16:creationId xmlns:a16="http://schemas.microsoft.com/office/drawing/2014/main" id="{195CDC5E-0552-4BCF-B4AB-45EDFEFCEB37}"/>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110" name="Rechte verbindingslijn 109">
                <a:extLst>
                  <a:ext uri="{FF2B5EF4-FFF2-40B4-BE49-F238E27FC236}">
                    <a16:creationId xmlns:a16="http://schemas.microsoft.com/office/drawing/2014/main" id="{49FF895B-9DF3-4EC9-9F7E-7F2290CCAF31}"/>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11" name="Gelijkbenige driehoek 110">
                <a:extLst>
                  <a:ext uri="{FF2B5EF4-FFF2-40B4-BE49-F238E27FC236}">
                    <a16:creationId xmlns:a16="http://schemas.microsoft.com/office/drawing/2014/main" id="{499D4E96-CE0B-4072-84BC-0E23A4D6BC7B}"/>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sp>
          <p:nvSpPr>
            <p:cNvPr id="87" name="Ovaal 86">
              <a:extLst>
                <a:ext uri="{FF2B5EF4-FFF2-40B4-BE49-F238E27FC236}">
                  <a16:creationId xmlns:a16="http://schemas.microsoft.com/office/drawing/2014/main" id="{1E431D42-AA6A-408C-8007-34EFFE1FDAE6}"/>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99D96FDA-1244-4AA1-8837-98D63B57075D}"/>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89" name="Groep 88">
              <a:extLst>
                <a:ext uri="{FF2B5EF4-FFF2-40B4-BE49-F238E27FC236}">
                  <a16:creationId xmlns:a16="http://schemas.microsoft.com/office/drawing/2014/main" id="{E33958E0-1F49-458C-9428-AA6F0A8C876F}"/>
                </a:ext>
              </a:extLst>
            </p:cNvPr>
            <p:cNvGrpSpPr/>
            <p:nvPr userDrawn="1"/>
          </p:nvGrpSpPr>
          <p:grpSpPr>
            <a:xfrm>
              <a:off x="-3408294" y="3643742"/>
              <a:ext cx="622283" cy="612920"/>
              <a:chOff x="12617641" y="3403239"/>
              <a:chExt cx="752963" cy="741634"/>
            </a:xfrm>
          </p:grpSpPr>
          <p:grpSp>
            <p:nvGrpSpPr>
              <p:cNvPr id="93" name="Groep 92">
                <a:extLst>
                  <a:ext uri="{FF2B5EF4-FFF2-40B4-BE49-F238E27FC236}">
                    <a16:creationId xmlns:a16="http://schemas.microsoft.com/office/drawing/2014/main" id="{4AAA2738-F44A-43DF-9697-9B7E7FF0D953}"/>
                  </a:ext>
                </a:extLst>
              </p:cNvPr>
              <p:cNvGrpSpPr/>
              <p:nvPr userDrawn="1"/>
            </p:nvGrpSpPr>
            <p:grpSpPr>
              <a:xfrm>
                <a:off x="12771530" y="3403239"/>
                <a:ext cx="467176" cy="448491"/>
                <a:chOff x="12782157" y="3403239"/>
                <a:chExt cx="467176" cy="448491"/>
              </a:xfrm>
            </p:grpSpPr>
            <p:grpSp>
              <p:nvGrpSpPr>
                <p:cNvPr id="96" name="Groep 95">
                  <a:extLst>
                    <a:ext uri="{FF2B5EF4-FFF2-40B4-BE49-F238E27FC236}">
                      <a16:creationId xmlns:a16="http://schemas.microsoft.com/office/drawing/2014/main" id="{8B99DE61-205B-4A4D-85D7-109B3D875DE6}"/>
                    </a:ext>
                  </a:extLst>
                </p:cNvPr>
                <p:cNvGrpSpPr/>
                <p:nvPr userDrawn="1"/>
              </p:nvGrpSpPr>
              <p:grpSpPr>
                <a:xfrm>
                  <a:off x="12782157" y="3403239"/>
                  <a:ext cx="412976" cy="396132"/>
                  <a:chOff x="13554906" y="3320109"/>
                  <a:chExt cx="443917" cy="425811"/>
                </a:xfrm>
              </p:grpSpPr>
              <p:grpSp>
                <p:nvGrpSpPr>
                  <p:cNvPr id="103" name="Groep 102">
                    <a:extLst>
                      <a:ext uri="{FF2B5EF4-FFF2-40B4-BE49-F238E27FC236}">
                        <a16:creationId xmlns:a16="http://schemas.microsoft.com/office/drawing/2014/main" id="{CA077F3D-CDF8-4024-9BED-3825DBC387A7}"/>
                      </a:ext>
                    </a:extLst>
                  </p:cNvPr>
                  <p:cNvGrpSpPr/>
                  <p:nvPr userDrawn="1"/>
                </p:nvGrpSpPr>
                <p:grpSpPr>
                  <a:xfrm>
                    <a:off x="13554906" y="3320109"/>
                    <a:ext cx="443917" cy="425811"/>
                    <a:chOff x="12909684" y="1276143"/>
                    <a:chExt cx="443917" cy="425811"/>
                  </a:xfrm>
                </p:grpSpPr>
                <p:sp>
                  <p:nvSpPr>
                    <p:cNvPr id="106" name="Rechthoek 105">
                      <a:extLst>
                        <a:ext uri="{FF2B5EF4-FFF2-40B4-BE49-F238E27FC236}">
                          <a16:creationId xmlns:a16="http://schemas.microsoft.com/office/drawing/2014/main" id="{4E4B731A-69B4-48AF-9429-4198D9911311}"/>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07" name="Rechthoek 106">
                      <a:extLst>
                        <a:ext uri="{FF2B5EF4-FFF2-40B4-BE49-F238E27FC236}">
                          <a16:creationId xmlns:a16="http://schemas.microsoft.com/office/drawing/2014/main" id="{57E09D79-7F25-4E9A-BF38-DCDE87CF0B61}"/>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08" name="Ovaal 107">
                      <a:extLst>
                        <a:ext uri="{FF2B5EF4-FFF2-40B4-BE49-F238E27FC236}">
                          <a16:creationId xmlns:a16="http://schemas.microsoft.com/office/drawing/2014/main" id="{96FF040B-D490-4DB6-9493-DA39CF6A8035}"/>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pic>
                <p:nvPicPr>
                  <p:cNvPr id="104" name="Afbeelding 103">
                    <a:extLst>
                      <a:ext uri="{FF2B5EF4-FFF2-40B4-BE49-F238E27FC236}">
                        <a16:creationId xmlns:a16="http://schemas.microsoft.com/office/drawing/2014/main" id="{ED5A7793-4171-4E32-A3C2-5FB392EA67DE}"/>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05" name="Afbeelding 104">
                    <a:extLst>
                      <a:ext uri="{FF2B5EF4-FFF2-40B4-BE49-F238E27FC236}">
                        <a16:creationId xmlns:a16="http://schemas.microsoft.com/office/drawing/2014/main" id="{BA05734F-9633-4E48-B64A-AA9B49F5C74B}"/>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97" name="Groep 96">
                  <a:extLst>
                    <a:ext uri="{FF2B5EF4-FFF2-40B4-BE49-F238E27FC236}">
                      <a16:creationId xmlns:a16="http://schemas.microsoft.com/office/drawing/2014/main" id="{E1230EE7-D175-43A2-8FB6-0BAE393ABE4F}"/>
                    </a:ext>
                  </a:extLst>
                </p:cNvPr>
                <p:cNvGrpSpPr/>
                <p:nvPr userDrawn="1"/>
              </p:nvGrpSpPr>
              <p:grpSpPr>
                <a:xfrm>
                  <a:off x="13103513" y="3705268"/>
                  <a:ext cx="145820" cy="146462"/>
                  <a:chOff x="13096169" y="3602278"/>
                  <a:chExt cx="145820" cy="146462"/>
                </a:xfrm>
              </p:grpSpPr>
              <p:sp>
                <p:nvSpPr>
                  <p:cNvPr id="101" name="Rechthoek 100">
                    <a:extLst>
                      <a:ext uri="{FF2B5EF4-FFF2-40B4-BE49-F238E27FC236}">
                        <a16:creationId xmlns:a16="http://schemas.microsoft.com/office/drawing/2014/main" id="{FB19DE6E-5543-4942-8492-438C783AFBD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02" name="Rechthoek 101">
                    <a:extLst>
                      <a:ext uri="{FF2B5EF4-FFF2-40B4-BE49-F238E27FC236}">
                        <a16:creationId xmlns:a16="http://schemas.microsoft.com/office/drawing/2014/main" id="{FC1ED3DF-C759-49B4-A109-14BB02900419}"/>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98" name="Groep 97">
                  <a:extLst>
                    <a:ext uri="{FF2B5EF4-FFF2-40B4-BE49-F238E27FC236}">
                      <a16:creationId xmlns:a16="http://schemas.microsoft.com/office/drawing/2014/main" id="{B5CCA9F2-29AA-4548-992C-D6376424A74C}"/>
                    </a:ext>
                  </a:extLst>
                </p:cNvPr>
                <p:cNvGrpSpPr/>
                <p:nvPr userDrawn="1"/>
              </p:nvGrpSpPr>
              <p:grpSpPr>
                <a:xfrm rot="10800000">
                  <a:off x="13061402" y="3665637"/>
                  <a:ext cx="145820" cy="146462"/>
                  <a:chOff x="13096169" y="3602278"/>
                  <a:chExt cx="145820" cy="146462"/>
                </a:xfrm>
              </p:grpSpPr>
              <p:sp>
                <p:nvSpPr>
                  <p:cNvPr id="99" name="Rechthoek 98">
                    <a:extLst>
                      <a:ext uri="{FF2B5EF4-FFF2-40B4-BE49-F238E27FC236}">
                        <a16:creationId xmlns:a16="http://schemas.microsoft.com/office/drawing/2014/main" id="{DFDA1F4D-B791-4B62-B160-510B687558D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00" name="Rechthoek 99">
                    <a:extLst>
                      <a:ext uri="{FF2B5EF4-FFF2-40B4-BE49-F238E27FC236}">
                        <a16:creationId xmlns:a16="http://schemas.microsoft.com/office/drawing/2014/main" id="{1C9B0265-3324-48F5-AE01-1FFABAD5FBC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94" name="Rechthoek 93">
                <a:extLst>
                  <a:ext uri="{FF2B5EF4-FFF2-40B4-BE49-F238E27FC236}">
                    <a16:creationId xmlns:a16="http://schemas.microsoft.com/office/drawing/2014/main" id="{7E387FEE-6611-487E-B4D3-ECFB8F5DBF41}"/>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Bijsnijden</a:t>
                </a:r>
              </a:p>
            </p:txBody>
          </p:sp>
          <p:sp>
            <p:nvSpPr>
              <p:cNvPr id="95" name="Gelijkbenige driehoek 94">
                <a:extLst>
                  <a:ext uri="{FF2B5EF4-FFF2-40B4-BE49-F238E27FC236}">
                    <a16:creationId xmlns:a16="http://schemas.microsoft.com/office/drawing/2014/main" id="{275003DC-9391-43A8-AAB8-D872F3F992B9}"/>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90" name="ICOON_info">
              <a:extLst>
                <a:ext uri="{FF2B5EF4-FFF2-40B4-BE49-F238E27FC236}">
                  <a16:creationId xmlns:a16="http://schemas.microsoft.com/office/drawing/2014/main" id="{9DD0C71B-85B3-4556-A9CA-2625DE01B632}"/>
                </a:ext>
              </a:extLst>
            </p:cNvPr>
            <p:cNvGrpSpPr/>
            <p:nvPr userDrawn="1"/>
          </p:nvGrpSpPr>
          <p:grpSpPr>
            <a:xfrm>
              <a:off x="-376736" y="4271597"/>
              <a:ext cx="283685" cy="283685"/>
              <a:chOff x="-510741" y="5913713"/>
              <a:chExt cx="267555" cy="267555"/>
            </a:xfrm>
          </p:grpSpPr>
          <p:sp>
            <p:nvSpPr>
              <p:cNvPr id="91" name="Ovaal 90">
                <a:extLst>
                  <a:ext uri="{FF2B5EF4-FFF2-40B4-BE49-F238E27FC236}">
                    <a16:creationId xmlns:a16="http://schemas.microsoft.com/office/drawing/2014/main" id="{B146D096-C3CA-4D4E-8201-779318A37B1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92" name="Graphic 163" descr="Informatie">
                <a:extLst>
                  <a:ext uri="{FF2B5EF4-FFF2-40B4-BE49-F238E27FC236}">
                    <a16:creationId xmlns:a16="http://schemas.microsoft.com/office/drawing/2014/main" id="{AAB245DE-BCD8-40F9-8EB8-57AC37F41421}"/>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333526126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 IMAGE">
    <p:spTree>
      <p:nvGrpSpPr>
        <p:cNvPr id="1" name=""/>
        <p:cNvGrpSpPr/>
        <p:nvPr/>
      </p:nvGrpSpPr>
      <p:grpSpPr>
        <a:xfrm>
          <a:off x="0" y="0"/>
          <a:ext cx="0" cy="0"/>
          <a:chOff x="0" y="0"/>
          <a:chExt cx="0" cy="0"/>
        </a:xfrm>
      </p:grpSpPr>
      <p:sp>
        <p:nvSpPr>
          <p:cNvPr id="121" name="Rechthoek 120">
            <a:extLst>
              <a:ext uri="{FF2B5EF4-FFF2-40B4-BE49-F238E27FC236}">
                <a16:creationId xmlns:a16="http://schemas.microsoft.com/office/drawing/2014/main" id="{44990E67-14A7-4550-BC03-D6D3D1799712}"/>
              </a:ext>
            </a:extLst>
          </p:cNvPr>
          <p:cNvSpPr/>
          <p:nvPr userDrawn="1"/>
        </p:nvSpPr>
        <p:spPr>
          <a:xfrm>
            <a:off x="7474857" y="2083832"/>
            <a:ext cx="4195984" cy="37945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marL="285750" indent="-285750" algn="ctr">
              <a:lnSpc>
                <a:spcPct val="90000"/>
              </a:lnSpc>
              <a:spcBef>
                <a:spcPts val="200"/>
              </a:spcBef>
              <a:spcAft>
                <a:spcPts val="200"/>
              </a:spcAft>
              <a:buFont typeface="Arial" panose="020B0604020202020204" pitchFamily="34" charset="0"/>
              <a:buChar char="•"/>
            </a:pPr>
            <a:endParaRPr lang="en-GB" sz="100" err="1">
              <a:solidFill>
                <a:schemeClr val="bg1">
                  <a:lumMod val="95000"/>
                  <a:alpha val="0"/>
                </a:schemeClr>
              </a:solidFill>
            </a:endParaRPr>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4800" y="1069200"/>
            <a:ext cx="5217206" cy="1823729"/>
          </a:xfrm>
        </p:spPr>
        <p:txBody>
          <a:bodyPr/>
          <a:lstStyle>
            <a:lvl1pPr>
              <a:defRPr/>
            </a:lvl1p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r>
              <a:rPr lang="nl-NL" noProof="0" dirty="0"/>
              <a:t> </a:t>
            </a:r>
            <a:br>
              <a:rPr lang="nl-NL" noProof="0" dirty="0"/>
            </a:br>
            <a:r>
              <a:rPr lang="nl-NL" noProof="0" dirty="0"/>
              <a:t>max. 2 </a:t>
            </a:r>
            <a:r>
              <a:rPr lang="nl-NL" noProof="0" dirty="0" err="1"/>
              <a:t>lines</a:t>
            </a:r>
            <a:endParaRPr lang="nl-NL" noProof="0" dirty="0"/>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4800" y="3294000"/>
            <a:ext cx="5217205" cy="1098245"/>
          </a:xfrm>
        </p:spPr>
        <p:txBody>
          <a:bodyPr vert="horz"/>
          <a:lstStyle>
            <a:lvl1pPr>
              <a:defRPr/>
            </a:lvl1pPr>
            <a:lvl2pPr>
              <a:defRPr/>
            </a:lvl2pPr>
            <a:lvl3pPr>
              <a:defRPr/>
            </a:lvl3pPr>
            <a:lvl4pPr>
              <a:spcBef>
                <a:spcPts val="0"/>
              </a:spcBef>
              <a:spcAft>
                <a:spcPts val="0"/>
              </a:spcAft>
              <a:defRPr sz="1800"/>
            </a:lvl4pPr>
            <a:lvl5pPr>
              <a:defRPr/>
            </a:lvl5pPr>
            <a:lvl6pPr>
              <a:defRPr/>
            </a:lvl6pPr>
            <a:lvl7pPr>
              <a:defRPr/>
            </a:lvl7pPr>
            <a:lvl8pPr>
              <a:defRPr/>
            </a:lvl8pPr>
            <a:lvl9pPr>
              <a:defRPr/>
            </a:lvl9pPr>
          </a:lstStyle>
          <a:p>
            <a:pPr lvl="3"/>
            <a:r>
              <a:rPr lang="nl-NL" noProof="0" dirty="0"/>
              <a:t>Lorem ipsum dolor sit amet, consectetuer adipiscing elit. Maecenas porttitor congue massa. Fusce posuere, magna sed pulvinar ultricies, purus lectus malesuada libero, sit amet commodo magna eros quis </a:t>
            </a:r>
            <a:r>
              <a:rPr lang="nl-NL" noProof="0" dirty="0" err="1"/>
              <a:t>urna</a:t>
            </a:r>
            <a:r>
              <a:rPr lang="nl-NL" noProof="0" dirty="0"/>
              <a:t>.</a:t>
            </a:r>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p:txBody>
          <a:bodyPr/>
          <a:lstStyle/>
          <a:p>
            <a:fld id="{731CD031-FC28-41D7-9493-FCE2B056A56B}" type="datetime4">
              <a:rPr lang="nl-NL" noProof="0" smtClean="0"/>
              <a:t>16 oktober 2026</a:t>
            </a:fld>
            <a:endParaRPr lang="nl-NL" noProof="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p:txBody>
          <a:bodyPr/>
          <a:lstStyle/>
          <a:p>
            <a:endParaRPr lang="nl-NL" noProof="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p:txBody>
          <a:bodyPr/>
          <a:lstStyle/>
          <a:p>
            <a:fld id="{D7B5DC5B-6873-43DB-ADC7-B15ACCE0DFDB}" type="slidenum">
              <a:rPr lang="nl-NL" noProof="0" smtClean="0"/>
              <a:t>‹#›</a:t>
            </a:fld>
            <a:endParaRPr lang="nl-NL" noProof="0"/>
          </a:p>
        </p:txBody>
      </p:sp>
      <p:sp>
        <p:nvSpPr>
          <p:cNvPr id="9" name="Rechthoek: afgeronde hoeken 8">
            <a:extLst>
              <a:ext uri="{FF2B5EF4-FFF2-40B4-BE49-F238E27FC236}">
                <a16:creationId xmlns:a16="http://schemas.microsoft.com/office/drawing/2014/main" id="{4B7DA797-64C2-4840-9FF9-C16041AF84AF}"/>
              </a:ext>
            </a:extLst>
          </p:cNvPr>
          <p:cNvSpPr/>
          <p:nvPr userDrawn="1"/>
        </p:nvSpPr>
        <p:spPr>
          <a:xfrm>
            <a:off x="0" y="-429492"/>
            <a:ext cx="2238626"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err="1">
                <a:solidFill>
                  <a:schemeClr val="accent2"/>
                </a:solidFill>
                <a:latin typeface="+mj-lt"/>
              </a:rPr>
              <a:t>TeXt</a:t>
            </a:r>
            <a:r>
              <a:rPr lang="nl-NL" sz="2400" b="1" cap="all" baseline="0" noProof="0">
                <a:solidFill>
                  <a:schemeClr val="accent2"/>
                </a:solidFill>
                <a:latin typeface="+mj-lt"/>
              </a:rPr>
              <a:t> + IMAGE</a:t>
            </a:r>
          </a:p>
        </p:txBody>
      </p:sp>
      <p:sp>
        <p:nvSpPr>
          <p:cNvPr id="17" name="Tijdelijke aanduiding voor afbeelding 16">
            <a:extLst>
              <a:ext uri="{FF2B5EF4-FFF2-40B4-BE49-F238E27FC236}">
                <a16:creationId xmlns:a16="http://schemas.microsoft.com/office/drawing/2014/main" id="{34EE03AE-CD13-42C5-B28F-9FD03DEF7A75}"/>
              </a:ext>
            </a:extLst>
          </p:cNvPr>
          <p:cNvSpPr>
            <a:spLocks noGrp="1"/>
          </p:cNvSpPr>
          <p:nvPr>
            <p:ph type="pic" sz="quarter" idx="13"/>
          </p:nvPr>
        </p:nvSpPr>
        <p:spPr>
          <a:xfrm>
            <a:off x="6234771" y="1064096"/>
            <a:ext cx="4512484" cy="3867843"/>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grpSp>
        <p:nvGrpSpPr>
          <p:cNvPr id="14" name="INSTRUCTIE">
            <a:extLst>
              <a:ext uri="{FF2B5EF4-FFF2-40B4-BE49-F238E27FC236}">
                <a16:creationId xmlns:a16="http://schemas.microsoft.com/office/drawing/2014/main" id="{9AF81D57-B70E-4F87-B510-1443F19D6A7A}"/>
              </a:ext>
            </a:extLst>
          </p:cNvPr>
          <p:cNvGrpSpPr/>
          <p:nvPr userDrawn="1"/>
        </p:nvGrpSpPr>
        <p:grpSpPr>
          <a:xfrm>
            <a:off x="-3786437" y="0"/>
            <a:ext cx="3693386" cy="5359349"/>
            <a:chOff x="-3786437" y="0"/>
            <a:chExt cx="3693386" cy="5359349"/>
          </a:xfrm>
        </p:grpSpPr>
        <p:sp>
          <p:nvSpPr>
            <p:cNvPr id="15" name="Rechthoek 14">
              <a:extLst>
                <a:ext uri="{FF2B5EF4-FFF2-40B4-BE49-F238E27FC236}">
                  <a16:creationId xmlns:a16="http://schemas.microsoft.com/office/drawing/2014/main" id="{524802F2-DC63-49A1-B03E-94FD1156E3A9}"/>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16" name="Ovaal 15">
              <a:extLst>
                <a:ext uri="{FF2B5EF4-FFF2-40B4-BE49-F238E27FC236}">
                  <a16:creationId xmlns:a16="http://schemas.microsoft.com/office/drawing/2014/main" id="{0C2F0367-4FEB-44DA-B209-6245499FA055}"/>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8" name="Rechthoek 17">
              <a:extLst>
                <a:ext uri="{FF2B5EF4-FFF2-40B4-BE49-F238E27FC236}">
                  <a16:creationId xmlns:a16="http://schemas.microsoft.com/office/drawing/2014/main" id="{53EB6166-89F1-4B32-9A25-C77920C80955}"/>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19" name="Ovaal 18">
              <a:extLst>
                <a:ext uri="{FF2B5EF4-FFF2-40B4-BE49-F238E27FC236}">
                  <a16:creationId xmlns:a16="http://schemas.microsoft.com/office/drawing/2014/main" id="{7CD7FF6F-940F-496E-9B4A-0AFCEBFE5335}"/>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0" name="Rechthoek 19">
              <a:extLst>
                <a:ext uri="{FF2B5EF4-FFF2-40B4-BE49-F238E27FC236}">
                  <a16:creationId xmlns:a16="http://schemas.microsoft.com/office/drawing/2014/main" id="{B56982F5-28FE-4EB5-806E-0CE9F89B40A0}"/>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21" name="Rechthoek 20">
              <a:extLst>
                <a:ext uri="{FF2B5EF4-FFF2-40B4-BE49-F238E27FC236}">
                  <a16:creationId xmlns:a16="http://schemas.microsoft.com/office/drawing/2014/main" id="{546EAD13-2FDA-49CD-93D0-FDF46390EBD8}"/>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#1</a:t>
              </a:r>
            </a:p>
          </p:txBody>
        </p:sp>
        <p:sp>
          <p:nvSpPr>
            <p:cNvPr id="22" name="Ovaal 21">
              <a:extLst>
                <a:ext uri="{FF2B5EF4-FFF2-40B4-BE49-F238E27FC236}">
                  <a16:creationId xmlns:a16="http://schemas.microsoft.com/office/drawing/2014/main" id="{7A226FDF-CE39-4273-8FC2-D7AD02AB388E}"/>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3" name="Rechthoek 22">
              <a:extLst>
                <a:ext uri="{FF2B5EF4-FFF2-40B4-BE49-F238E27FC236}">
                  <a16:creationId xmlns:a16="http://schemas.microsoft.com/office/drawing/2014/main" id="{57352972-F057-4A30-8B3E-47B405D6400C}"/>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4" name="Ovaal 23">
              <a:extLst>
                <a:ext uri="{FF2B5EF4-FFF2-40B4-BE49-F238E27FC236}">
                  <a16:creationId xmlns:a16="http://schemas.microsoft.com/office/drawing/2014/main" id="{28694636-617E-4222-B0F0-F2E3A29A971F}"/>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5" name="Rechthoek 24">
              <a:extLst>
                <a:ext uri="{FF2B5EF4-FFF2-40B4-BE49-F238E27FC236}">
                  <a16:creationId xmlns:a16="http://schemas.microsoft.com/office/drawing/2014/main" id="{ABF52C6F-18FF-40C1-B55B-D22819337793}"/>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6" name="Ovaal 25">
              <a:extLst>
                <a:ext uri="{FF2B5EF4-FFF2-40B4-BE49-F238E27FC236}">
                  <a16:creationId xmlns:a16="http://schemas.microsoft.com/office/drawing/2014/main" id="{FC01B321-2486-4E6F-822B-0B8CD7C1F60D}"/>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7" name="Rechthoek 26">
              <a:extLst>
                <a:ext uri="{FF2B5EF4-FFF2-40B4-BE49-F238E27FC236}">
                  <a16:creationId xmlns:a16="http://schemas.microsoft.com/office/drawing/2014/main" id="{D8D3A79B-70EC-4144-BB79-A39196005CF2}"/>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8" name="Ovaal 27">
              <a:extLst>
                <a:ext uri="{FF2B5EF4-FFF2-40B4-BE49-F238E27FC236}">
                  <a16:creationId xmlns:a16="http://schemas.microsoft.com/office/drawing/2014/main" id="{04613AF1-BBD8-49A7-BA6A-D61DEAAD7C7F}"/>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9" name="Rechthoek 28">
              <a:extLst>
                <a:ext uri="{FF2B5EF4-FFF2-40B4-BE49-F238E27FC236}">
                  <a16:creationId xmlns:a16="http://schemas.microsoft.com/office/drawing/2014/main" id="{705D1016-96DC-4BA9-9202-5ADDFC7AB1A0}"/>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0" name="Ovaal 29">
              <a:extLst>
                <a:ext uri="{FF2B5EF4-FFF2-40B4-BE49-F238E27FC236}">
                  <a16:creationId xmlns:a16="http://schemas.microsoft.com/office/drawing/2014/main" id="{35A4F532-503A-4399-B842-036ABBA90A86}"/>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7</a:t>
              </a:r>
            </a:p>
          </p:txBody>
        </p:sp>
        <p:sp>
          <p:nvSpPr>
            <p:cNvPr id="31" name="Rechthoek 30">
              <a:extLst>
                <a:ext uri="{FF2B5EF4-FFF2-40B4-BE49-F238E27FC236}">
                  <a16:creationId xmlns:a16="http://schemas.microsoft.com/office/drawing/2014/main" id="{3E7F8175-9A89-4F6D-90B0-B2F2A74DAAC0}"/>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2" name="Ovaal 31">
              <a:extLst>
                <a:ext uri="{FF2B5EF4-FFF2-40B4-BE49-F238E27FC236}">
                  <a16:creationId xmlns:a16="http://schemas.microsoft.com/office/drawing/2014/main" id="{45693579-9CDA-47EF-8262-5A9E247BBEF6}"/>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3" name="Rechthoek 32">
              <a:extLst>
                <a:ext uri="{FF2B5EF4-FFF2-40B4-BE49-F238E27FC236}">
                  <a16:creationId xmlns:a16="http://schemas.microsoft.com/office/drawing/2014/main" id="{9751571B-8DEA-4752-9AC0-306FF88B1C7A}"/>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4" name="Ovaal 33">
              <a:extLst>
                <a:ext uri="{FF2B5EF4-FFF2-40B4-BE49-F238E27FC236}">
                  <a16:creationId xmlns:a16="http://schemas.microsoft.com/office/drawing/2014/main" id="{64DE546D-9A1F-44CD-85C7-0FBFBECF1DC5}"/>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5" name="Rechthoek 34">
              <a:extLst>
                <a:ext uri="{FF2B5EF4-FFF2-40B4-BE49-F238E27FC236}">
                  <a16:creationId xmlns:a16="http://schemas.microsoft.com/office/drawing/2014/main" id="{56FF4F4A-13D2-4F66-B6EB-852A6D6D3E01}"/>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6" name="Rechthoek 35">
              <a:extLst>
                <a:ext uri="{FF2B5EF4-FFF2-40B4-BE49-F238E27FC236}">
                  <a16:creationId xmlns:a16="http://schemas.microsoft.com/office/drawing/2014/main" id="{4FA089DE-249B-484B-A53B-7F3CBE6FE037}"/>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37" name="ICOON_info">
              <a:extLst>
                <a:ext uri="{FF2B5EF4-FFF2-40B4-BE49-F238E27FC236}">
                  <a16:creationId xmlns:a16="http://schemas.microsoft.com/office/drawing/2014/main" id="{6722C0E0-7D14-46C5-A7B6-AD1D3F09B955}"/>
                </a:ext>
              </a:extLst>
            </p:cNvPr>
            <p:cNvGrpSpPr/>
            <p:nvPr userDrawn="1"/>
          </p:nvGrpSpPr>
          <p:grpSpPr>
            <a:xfrm>
              <a:off x="-376736" y="4400186"/>
              <a:ext cx="283685" cy="283685"/>
              <a:chOff x="-510741" y="5913713"/>
              <a:chExt cx="267555" cy="267555"/>
            </a:xfrm>
          </p:grpSpPr>
          <p:sp>
            <p:nvSpPr>
              <p:cNvPr id="79" name="Ovaal 78">
                <a:extLst>
                  <a:ext uri="{FF2B5EF4-FFF2-40B4-BE49-F238E27FC236}">
                    <a16:creationId xmlns:a16="http://schemas.microsoft.com/office/drawing/2014/main" id="{CF5F7279-7578-4E66-82AF-4E7C82099506}"/>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80" name="Graphic 163" descr="Informatie">
                <a:extLst>
                  <a:ext uri="{FF2B5EF4-FFF2-40B4-BE49-F238E27FC236}">
                    <a16:creationId xmlns:a16="http://schemas.microsoft.com/office/drawing/2014/main" id="{0EC55B3B-6345-41C7-B109-C46E035F5490}"/>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38" name="VOORBEELD">
              <a:extLst>
                <a:ext uri="{FF2B5EF4-FFF2-40B4-BE49-F238E27FC236}">
                  <a16:creationId xmlns:a16="http://schemas.microsoft.com/office/drawing/2014/main" id="{3B104D73-0750-400C-BA21-DB3D17C8ACF3}"/>
                </a:ext>
              </a:extLst>
            </p:cNvPr>
            <p:cNvGrpSpPr/>
            <p:nvPr userDrawn="1"/>
          </p:nvGrpSpPr>
          <p:grpSpPr>
            <a:xfrm>
              <a:off x="-3605171" y="458674"/>
              <a:ext cx="3234311" cy="558875"/>
              <a:chOff x="-3605171" y="458674"/>
              <a:chExt cx="3234311" cy="558875"/>
            </a:xfrm>
          </p:grpSpPr>
          <p:sp>
            <p:nvSpPr>
              <p:cNvPr id="39" name="Rechthoek 38">
                <a:extLst>
                  <a:ext uri="{FF2B5EF4-FFF2-40B4-BE49-F238E27FC236}">
                    <a16:creationId xmlns:a16="http://schemas.microsoft.com/office/drawing/2014/main" id="{80FFCD9E-48D6-4042-9A4C-D6D5C4A78194}"/>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40" name="Rechthoek 39">
                <a:extLst>
                  <a:ext uri="{FF2B5EF4-FFF2-40B4-BE49-F238E27FC236}">
                    <a16:creationId xmlns:a16="http://schemas.microsoft.com/office/drawing/2014/main" id="{72F65203-433D-416D-9CF2-2C909231265E}"/>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41" name="Groep 40">
                <a:extLst>
                  <a:ext uri="{FF2B5EF4-FFF2-40B4-BE49-F238E27FC236}">
                    <a16:creationId xmlns:a16="http://schemas.microsoft.com/office/drawing/2014/main" id="{DF66D544-9431-4092-8B27-EEAF5AEFD81C}"/>
                  </a:ext>
                </a:extLst>
              </p:cNvPr>
              <p:cNvGrpSpPr/>
              <p:nvPr userDrawn="1"/>
            </p:nvGrpSpPr>
            <p:grpSpPr>
              <a:xfrm>
                <a:off x="-3386247" y="830871"/>
                <a:ext cx="139423" cy="109566"/>
                <a:chOff x="-2866744" y="827071"/>
                <a:chExt cx="168701" cy="132575"/>
              </a:xfrm>
            </p:grpSpPr>
            <p:grpSp>
              <p:nvGrpSpPr>
                <p:cNvPr id="72" name="Groep 71">
                  <a:extLst>
                    <a:ext uri="{FF2B5EF4-FFF2-40B4-BE49-F238E27FC236}">
                      <a16:creationId xmlns:a16="http://schemas.microsoft.com/office/drawing/2014/main" id="{C3D83630-7AF1-4027-935A-D9A364799FA8}"/>
                    </a:ext>
                  </a:extLst>
                </p:cNvPr>
                <p:cNvGrpSpPr/>
                <p:nvPr userDrawn="1"/>
              </p:nvGrpSpPr>
              <p:grpSpPr>
                <a:xfrm>
                  <a:off x="-2866744" y="827071"/>
                  <a:ext cx="168701" cy="132575"/>
                  <a:chOff x="-2866744" y="827071"/>
                  <a:chExt cx="168701" cy="132575"/>
                </a:xfrm>
              </p:grpSpPr>
              <p:cxnSp>
                <p:nvCxnSpPr>
                  <p:cNvPr id="74" name="Rechte verbindingslijn 73">
                    <a:extLst>
                      <a:ext uri="{FF2B5EF4-FFF2-40B4-BE49-F238E27FC236}">
                        <a16:creationId xmlns:a16="http://schemas.microsoft.com/office/drawing/2014/main" id="{7C251729-2332-4A8D-93FF-B4C03EE366FA}"/>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226B278A-A36E-48F2-BAC2-6CC3FF5CF1F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6DBC3B2C-1563-4634-B672-6926F391022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D0C2F92D-1B78-4BBB-8B70-44DE056A319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E6D28FA8-6F00-4717-BC7D-32AE35BA959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3" name="Pijl: rechts 72">
                  <a:extLst>
                    <a:ext uri="{FF2B5EF4-FFF2-40B4-BE49-F238E27FC236}">
                      <a16:creationId xmlns:a16="http://schemas.microsoft.com/office/drawing/2014/main" id="{E0E8769A-6A31-4091-AEA8-D94CE6AF8469}"/>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42" name="Groep 41">
                <a:extLst>
                  <a:ext uri="{FF2B5EF4-FFF2-40B4-BE49-F238E27FC236}">
                    <a16:creationId xmlns:a16="http://schemas.microsoft.com/office/drawing/2014/main" id="{1857511D-BEC8-4CA9-BCAE-46C3D0DDD496}"/>
                  </a:ext>
                </a:extLst>
              </p:cNvPr>
              <p:cNvGrpSpPr/>
              <p:nvPr userDrawn="1"/>
            </p:nvGrpSpPr>
            <p:grpSpPr>
              <a:xfrm>
                <a:off x="-3605171" y="830871"/>
                <a:ext cx="139423" cy="109566"/>
                <a:chOff x="-2866744" y="518074"/>
                <a:chExt cx="168701" cy="132575"/>
              </a:xfrm>
            </p:grpSpPr>
            <p:grpSp>
              <p:nvGrpSpPr>
                <p:cNvPr id="65" name="Groep 64">
                  <a:extLst>
                    <a:ext uri="{FF2B5EF4-FFF2-40B4-BE49-F238E27FC236}">
                      <a16:creationId xmlns:a16="http://schemas.microsoft.com/office/drawing/2014/main" id="{F42B0F8E-0B74-436F-9AC3-2D741CDB5CED}"/>
                    </a:ext>
                  </a:extLst>
                </p:cNvPr>
                <p:cNvGrpSpPr/>
                <p:nvPr userDrawn="1"/>
              </p:nvGrpSpPr>
              <p:grpSpPr>
                <a:xfrm>
                  <a:off x="-2866744" y="518074"/>
                  <a:ext cx="168701" cy="132575"/>
                  <a:chOff x="-2866744" y="518074"/>
                  <a:chExt cx="168701" cy="132575"/>
                </a:xfrm>
              </p:grpSpPr>
              <p:cxnSp>
                <p:nvCxnSpPr>
                  <p:cNvPr id="67" name="Rechte verbindingslijn 66">
                    <a:extLst>
                      <a:ext uri="{FF2B5EF4-FFF2-40B4-BE49-F238E27FC236}">
                        <a16:creationId xmlns:a16="http://schemas.microsoft.com/office/drawing/2014/main" id="{99B655E4-13B3-44B2-8DD8-35CED94F7795}"/>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1673CB5F-7A0E-4A3F-8DA9-E7C16B1C905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EC336711-EAFB-45A3-B864-140257CA852F}"/>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968D5174-4B33-45DE-9691-2836028AC7E8}"/>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C044CDF8-070A-4619-8BA0-38F7514569C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6" name="Pijl: rechts 65">
                  <a:extLst>
                    <a:ext uri="{FF2B5EF4-FFF2-40B4-BE49-F238E27FC236}">
                      <a16:creationId xmlns:a16="http://schemas.microsoft.com/office/drawing/2014/main" id="{B3385BB0-3777-4809-9DE0-737AC40EB2A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43" name="Rechte verbindingslijn 42">
                <a:extLst>
                  <a:ext uri="{FF2B5EF4-FFF2-40B4-BE49-F238E27FC236}">
                    <a16:creationId xmlns:a16="http://schemas.microsoft.com/office/drawing/2014/main" id="{3862EFC9-0E2C-4DE4-B5E3-3F3F9EF3A295}"/>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4" name="Rechte verbindingslijn 43">
                <a:extLst>
                  <a:ext uri="{FF2B5EF4-FFF2-40B4-BE49-F238E27FC236}">
                    <a16:creationId xmlns:a16="http://schemas.microsoft.com/office/drawing/2014/main" id="{2A9DDA5A-10EB-47B7-901E-051FCA05D8F1}"/>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5" name="Rechthoek 44">
                <a:extLst>
                  <a:ext uri="{FF2B5EF4-FFF2-40B4-BE49-F238E27FC236}">
                    <a16:creationId xmlns:a16="http://schemas.microsoft.com/office/drawing/2014/main" id="{6681DDED-4FE2-4B3A-BAE2-4B0FD801E563}"/>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6" name="Rechthoek 45">
                <a:extLst>
                  <a:ext uri="{FF2B5EF4-FFF2-40B4-BE49-F238E27FC236}">
                    <a16:creationId xmlns:a16="http://schemas.microsoft.com/office/drawing/2014/main" id="{B9103D79-6726-45D8-9C5D-D612A4DAC488}"/>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7" name="Groep 46">
                <a:extLst>
                  <a:ext uri="{FF2B5EF4-FFF2-40B4-BE49-F238E27FC236}">
                    <a16:creationId xmlns:a16="http://schemas.microsoft.com/office/drawing/2014/main" id="{3EBF66B6-A9EA-48B1-A279-237C5CD7DE13}"/>
                  </a:ext>
                </a:extLst>
              </p:cNvPr>
              <p:cNvGrpSpPr/>
              <p:nvPr userDrawn="1"/>
            </p:nvGrpSpPr>
            <p:grpSpPr>
              <a:xfrm>
                <a:off x="-2916763" y="769168"/>
                <a:ext cx="268738" cy="248381"/>
                <a:chOff x="-2916763" y="769168"/>
                <a:chExt cx="268738" cy="248381"/>
              </a:xfrm>
            </p:grpSpPr>
            <p:sp>
              <p:nvSpPr>
                <p:cNvPr id="57" name="Rechthoek 56">
                  <a:extLst>
                    <a:ext uri="{FF2B5EF4-FFF2-40B4-BE49-F238E27FC236}">
                      <a16:creationId xmlns:a16="http://schemas.microsoft.com/office/drawing/2014/main" id="{EBDFA299-2F72-425E-AF12-501FA8916C01}"/>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58" name="Groep 57">
                  <a:extLst>
                    <a:ext uri="{FF2B5EF4-FFF2-40B4-BE49-F238E27FC236}">
                      <a16:creationId xmlns:a16="http://schemas.microsoft.com/office/drawing/2014/main" id="{40F4F72B-B057-42AA-A74F-4F0C333C9409}"/>
                    </a:ext>
                  </a:extLst>
                </p:cNvPr>
                <p:cNvGrpSpPr/>
                <p:nvPr userDrawn="1"/>
              </p:nvGrpSpPr>
              <p:grpSpPr>
                <a:xfrm>
                  <a:off x="-2866744" y="827071"/>
                  <a:ext cx="168701" cy="132575"/>
                  <a:chOff x="-2866744" y="827071"/>
                  <a:chExt cx="168701" cy="132575"/>
                </a:xfrm>
              </p:grpSpPr>
              <p:cxnSp>
                <p:nvCxnSpPr>
                  <p:cNvPr id="60" name="Rechte verbindingslijn 59">
                    <a:extLst>
                      <a:ext uri="{FF2B5EF4-FFF2-40B4-BE49-F238E27FC236}">
                        <a16:creationId xmlns:a16="http://schemas.microsoft.com/office/drawing/2014/main" id="{93752484-FC0C-4CA5-85CE-972101183FB0}"/>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FD549085-4F31-422D-BBF6-D0C0D50058F7}"/>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BC40655B-033E-4FEA-8079-5701A742F7C8}"/>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7529C930-5CA3-4C10-A9DC-099FE5E35DB1}"/>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52CAF6A6-A9B8-4CA3-934D-DB4EACFFDB8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9" name="Pijl: rechts 58">
                  <a:extLst>
                    <a:ext uri="{FF2B5EF4-FFF2-40B4-BE49-F238E27FC236}">
                      <a16:creationId xmlns:a16="http://schemas.microsoft.com/office/drawing/2014/main" id="{A228B1C0-D1A1-4F26-A651-115ABC8A59F1}"/>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48" name="Groep 47">
                <a:extLst>
                  <a:ext uri="{FF2B5EF4-FFF2-40B4-BE49-F238E27FC236}">
                    <a16:creationId xmlns:a16="http://schemas.microsoft.com/office/drawing/2014/main" id="{9EEF4539-20B8-4FC6-82E6-7AC63F222EBC}"/>
                  </a:ext>
                </a:extLst>
              </p:cNvPr>
              <p:cNvGrpSpPr/>
              <p:nvPr userDrawn="1"/>
            </p:nvGrpSpPr>
            <p:grpSpPr>
              <a:xfrm>
                <a:off x="-2916763" y="460171"/>
                <a:ext cx="268738" cy="248381"/>
                <a:chOff x="-2916763" y="460171"/>
                <a:chExt cx="268738" cy="248381"/>
              </a:xfrm>
            </p:grpSpPr>
            <p:sp>
              <p:nvSpPr>
                <p:cNvPr id="49" name="Rechthoek 48">
                  <a:extLst>
                    <a:ext uri="{FF2B5EF4-FFF2-40B4-BE49-F238E27FC236}">
                      <a16:creationId xmlns:a16="http://schemas.microsoft.com/office/drawing/2014/main" id="{0C660787-64D1-4608-9015-60E7A8FE1BD1}"/>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50" name="Groep 49">
                  <a:extLst>
                    <a:ext uri="{FF2B5EF4-FFF2-40B4-BE49-F238E27FC236}">
                      <a16:creationId xmlns:a16="http://schemas.microsoft.com/office/drawing/2014/main" id="{D94B2726-4932-458E-B0E3-C2464726CBC6}"/>
                    </a:ext>
                  </a:extLst>
                </p:cNvPr>
                <p:cNvGrpSpPr/>
                <p:nvPr userDrawn="1"/>
              </p:nvGrpSpPr>
              <p:grpSpPr>
                <a:xfrm>
                  <a:off x="-2866744" y="518074"/>
                  <a:ext cx="168701" cy="132575"/>
                  <a:chOff x="-2866744" y="518074"/>
                  <a:chExt cx="168701" cy="132575"/>
                </a:xfrm>
              </p:grpSpPr>
              <p:cxnSp>
                <p:nvCxnSpPr>
                  <p:cNvPr id="52" name="Rechte verbindingslijn 51">
                    <a:extLst>
                      <a:ext uri="{FF2B5EF4-FFF2-40B4-BE49-F238E27FC236}">
                        <a16:creationId xmlns:a16="http://schemas.microsoft.com/office/drawing/2014/main" id="{919F8160-50B3-448E-8137-F2786C64DC9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EC065A8E-CE3B-4E08-AF78-CD5BF483C4D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A6C46970-2905-475F-9189-12627C20B52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9B85AF87-75D2-4FB2-9D86-20657820B11E}"/>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F94CF601-D60B-41B6-90E5-26C9AECF5ABE}"/>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1" name="Pijl: rechts 50">
                  <a:extLst>
                    <a:ext uri="{FF2B5EF4-FFF2-40B4-BE49-F238E27FC236}">
                      <a16:creationId xmlns:a16="http://schemas.microsoft.com/office/drawing/2014/main" id="{0FF9865E-65A8-4D54-B2E5-B8AF156049BE}"/>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grpSp>
        <p:nvGrpSpPr>
          <p:cNvPr id="81" name="INSTRUCTIE">
            <a:extLst>
              <a:ext uri="{FF2B5EF4-FFF2-40B4-BE49-F238E27FC236}">
                <a16:creationId xmlns:a16="http://schemas.microsoft.com/office/drawing/2014/main" id="{3F3ADE8F-8A6F-4B93-9466-53DD983D84C2}"/>
              </a:ext>
            </a:extLst>
          </p:cNvPr>
          <p:cNvGrpSpPr/>
          <p:nvPr userDrawn="1"/>
        </p:nvGrpSpPr>
        <p:grpSpPr>
          <a:xfrm>
            <a:off x="12377595" y="0"/>
            <a:ext cx="3693386" cy="5270646"/>
            <a:chOff x="-3786437" y="0"/>
            <a:chExt cx="3693386" cy="5270646"/>
          </a:xfrm>
        </p:grpSpPr>
        <p:sp>
          <p:nvSpPr>
            <p:cNvPr id="82" name="Rechthoek 81">
              <a:extLst>
                <a:ext uri="{FF2B5EF4-FFF2-40B4-BE49-F238E27FC236}">
                  <a16:creationId xmlns:a16="http://schemas.microsoft.com/office/drawing/2014/main" id="{9C4731AE-26F4-4ADD-AB0C-6EB24AE14529}"/>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sp>
          <p:nvSpPr>
            <p:cNvPr id="83" name="Rechthoek 82">
              <a:extLst>
                <a:ext uri="{FF2B5EF4-FFF2-40B4-BE49-F238E27FC236}">
                  <a16:creationId xmlns:a16="http://schemas.microsoft.com/office/drawing/2014/main" id="{03120CCD-DE25-45F0-8748-BE24883AAE51}"/>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Afbeelding invoegen/opmaken</a:t>
              </a:r>
            </a:p>
          </p:txBody>
        </p:sp>
        <p:sp>
          <p:nvSpPr>
            <p:cNvPr id="84" name="Ovaal 83">
              <a:extLst>
                <a:ext uri="{FF2B5EF4-FFF2-40B4-BE49-F238E27FC236}">
                  <a16:creationId xmlns:a16="http://schemas.microsoft.com/office/drawing/2014/main" id="{98CAA71C-F7B2-4700-B1D3-C57F0D3CB756}"/>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5" name="Rechthoek 84">
              <a:extLst>
                <a:ext uri="{FF2B5EF4-FFF2-40B4-BE49-F238E27FC236}">
                  <a16:creationId xmlns:a16="http://schemas.microsoft.com/office/drawing/2014/main" id="{280F4DAC-94D0-4203-918F-A2B102BC2F48}"/>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333FBDA3-C166-4B39-B9C1-B5DE6DE84BE0}"/>
                </a:ext>
              </a:extLst>
            </p:cNvPr>
            <p:cNvGrpSpPr/>
            <p:nvPr userDrawn="1"/>
          </p:nvGrpSpPr>
          <p:grpSpPr>
            <a:xfrm>
              <a:off x="-3316179" y="1231351"/>
              <a:ext cx="294789" cy="318834"/>
              <a:chOff x="14466489" y="1001522"/>
              <a:chExt cx="290627" cy="314333"/>
            </a:xfrm>
          </p:grpSpPr>
          <p:sp>
            <p:nvSpPr>
              <p:cNvPr id="115" name="Rechthoek 114">
                <a:extLst>
                  <a:ext uri="{FF2B5EF4-FFF2-40B4-BE49-F238E27FC236}">
                    <a16:creationId xmlns:a16="http://schemas.microsoft.com/office/drawing/2014/main" id="{2D896223-6CD9-40DC-882C-86CDB93C3DF7}"/>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16" name="Ovaal 115">
                <a:extLst>
                  <a:ext uri="{FF2B5EF4-FFF2-40B4-BE49-F238E27FC236}">
                    <a16:creationId xmlns:a16="http://schemas.microsoft.com/office/drawing/2014/main" id="{B94E9AA4-C604-461F-9F87-10AB6E628498}"/>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17" name="Vrije vorm: vorm 116">
                <a:extLst>
                  <a:ext uri="{FF2B5EF4-FFF2-40B4-BE49-F238E27FC236}">
                    <a16:creationId xmlns:a16="http://schemas.microsoft.com/office/drawing/2014/main" id="{9EF6968D-6720-4B33-9BC3-7BC48BD67665}"/>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18" name="Rechthoek: afgeronde hoeken 117">
                <a:extLst>
                  <a:ext uri="{FF2B5EF4-FFF2-40B4-BE49-F238E27FC236}">
                    <a16:creationId xmlns:a16="http://schemas.microsoft.com/office/drawing/2014/main" id="{4D76B1D9-C7CE-49B3-9463-B6368D1E2A61}"/>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cxnSp>
            <p:nvCxnSpPr>
              <p:cNvPr id="119" name="Rechte verbindingslijn 118">
                <a:extLst>
                  <a:ext uri="{FF2B5EF4-FFF2-40B4-BE49-F238E27FC236}">
                    <a16:creationId xmlns:a16="http://schemas.microsoft.com/office/drawing/2014/main" id="{E5EF9C7B-C887-4083-9656-B7DA450B8265}"/>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0" name="Rechte verbindingslijn 119">
                <a:extLst>
                  <a:ext uri="{FF2B5EF4-FFF2-40B4-BE49-F238E27FC236}">
                    <a16:creationId xmlns:a16="http://schemas.microsoft.com/office/drawing/2014/main" id="{B1003328-AD0B-4845-94C2-AA041324E689}"/>
                  </a:ext>
                </a:extLst>
              </p:cNvPr>
              <p:cNvCxnSpPr>
                <a:cxnSpLocks/>
                <a:stCxn id="118"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7" name="Ovaal 86">
              <a:extLst>
                <a:ext uri="{FF2B5EF4-FFF2-40B4-BE49-F238E27FC236}">
                  <a16:creationId xmlns:a16="http://schemas.microsoft.com/office/drawing/2014/main" id="{7D1EDFC0-C575-4614-8A9B-57FB45AE3CD0}"/>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8" name="Rechthoek 87">
              <a:extLst>
                <a:ext uri="{FF2B5EF4-FFF2-40B4-BE49-F238E27FC236}">
                  <a16:creationId xmlns:a16="http://schemas.microsoft.com/office/drawing/2014/main" id="{B777D4F7-A6A7-406A-B34B-A38907E0D1D9}"/>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9" name="Groep 88">
              <a:extLst>
                <a:ext uri="{FF2B5EF4-FFF2-40B4-BE49-F238E27FC236}">
                  <a16:creationId xmlns:a16="http://schemas.microsoft.com/office/drawing/2014/main" id="{B55671B6-CED1-4FCE-B794-AEB973BC60D9}"/>
                </a:ext>
              </a:extLst>
            </p:cNvPr>
            <p:cNvGrpSpPr/>
            <p:nvPr userDrawn="1"/>
          </p:nvGrpSpPr>
          <p:grpSpPr>
            <a:xfrm>
              <a:off x="-3311319" y="2164285"/>
              <a:ext cx="825500" cy="209550"/>
              <a:chOff x="13504624" y="2482850"/>
              <a:chExt cx="825500" cy="209550"/>
            </a:xfrm>
          </p:grpSpPr>
          <p:sp>
            <p:nvSpPr>
              <p:cNvPr id="112" name="Rechthoek 111">
                <a:extLst>
                  <a:ext uri="{FF2B5EF4-FFF2-40B4-BE49-F238E27FC236}">
                    <a16:creationId xmlns:a16="http://schemas.microsoft.com/office/drawing/2014/main" id="{887C7050-A1CB-4018-94C6-836BB006DE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113" name="Rechte verbindingslijn 112">
                <a:extLst>
                  <a:ext uri="{FF2B5EF4-FFF2-40B4-BE49-F238E27FC236}">
                    <a16:creationId xmlns:a16="http://schemas.microsoft.com/office/drawing/2014/main" id="{1367FCB9-FB08-423A-A629-376F2880B4E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14" name="Gelijkbenige driehoek 113">
                <a:extLst>
                  <a:ext uri="{FF2B5EF4-FFF2-40B4-BE49-F238E27FC236}">
                    <a16:creationId xmlns:a16="http://schemas.microsoft.com/office/drawing/2014/main" id="{FE780BF8-0673-41FC-ABF0-1D6ED06DCC9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sp>
          <p:nvSpPr>
            <p:cNvPr id="90" name="Ovaal 89">
              <a:extLst>
                <a:ext uri="{FF2B5EF4-FFF2-40B4-BE49-F238E27FC236}">
                  <a16:creationId xmlns:a16="http://schemas.microsoft.com/office/drawing/2014/main" id="{670EB166-022F-4463-92B1-1EA7B9052E40}"/>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91" name="Rechthoek 90">
              <a:extLst>
                <a:ext uri="{FF2B5EF4-FFF2-40B4-BE49-F238E27FC236}">
                  <a16:creationId xmlns:a16="http://schemas.microsoft.com/office/drawing/2014/main" id="{C6CC484F-F5F1-4B59-AB32-D5B31990DC8B}"/>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92" name="Groep 91">
              <a:extLst>
                <a:ext uri="{FF2B5EF4-FFF2-40B4-BE49-F238E27FC236}">
                  <a16:creationId xmlns:a16="http://schemas.microsoft.com/office/drawing/2014/main" id="{605360F9-0DFD-4E58-925E-B08C1A837BC7}"/>
                </a:ext>
              </a:extLst>
            </p:cNvPr>
            <p:cNvGrpSpPr/>
            <p:nvPr userDrawn="1"/>
          </p:nvGrpSpPr>
          <p:grpSpPr>
            <a:xfrm>
              <a:off x="-3408294" y="3643742"/>
              <a:ext cx="622283" cy="612920"/>
              <a:chOff x="12617641" y="3403239"/>
              <a:chExt cx="752963" cy="741634"/>
            </a:xfrm>
          </p:grpSpPr>
          <p:grpSp>
            <p:nvGrpSpPr>
              <p:cNvPr id="96" name="Groep 95">
                <a:extLst>
                  <a:ext uri="{FF2B5EF4-FFF2-40B4-BE49-F238E27FC236}">
                    <a16:creationId xmlns:a16="http://schemas.microsoft.com/office/drawing/2014/main" id="{EFAB4F4F-1E3C-4122-A825-41334C018B72}"/>
                  </a:ext>
                </a:extLst>
              </p:cNvPr>
              <p:cNvGrpSpPr/>
              <p:nvPr userDrawn="1"/>
            </p:nvGrpSpPr>
            <p:grpSpPr>
              <a:xfrm>
                <a:off x="12771530" y="3403239"/>
                <a:ext cx="467176" cy="448491"/>
                <a:chOff x="12782157" y="3403239"/>
                <a:chExt cx="467176" cy="448491"/>
              </a:xfrm>
            </p:grpSpPr>
            <p:grpSp>
              <p:nvGrpSpPr>
                <p:cNvPr id="99" name="Groep 98">
                  <a:extLst>
                    <a:ext uri="{FF2B5EF4-FFF2-40B4-BE49-F238E27FC236}">
                      <a16:creationId xmlns:a16="http://schemas.microsoft.com/office/drawing/2014/main" id="{0F6AB0F2-17CA-4C75-B5FA-FF52D34F90F5}"/>
                    </a:ext>
                  </a:extLst>
                </p:cNvPr>
                <p:cNvGrpSpPr/>
                <p:nvPr userDrawn="1"/>
              </p:nvGrpSpPr>
              <p:grpSpPr>
                <a:xfrm>
                  <a:off x="12782157" y="3403239"/>
                  <a:ext cx="412976" cy="396132"/>
                  <a:chOff x="13554906" y="3320109"/>
                  <a:chExt cx="443917" cy="425811"/>
                </a:xfrm>
              </p:grpSpPr>
              <p:grpSp>
                <p:nvGrpSpPr>
                  <p:cNvPr id="106" name="Groep 105">
                    <a:extLst>
                      <a:ext uri="{FF2B5EF4-FFF2-40B4-BE49-F238E27FC236}">
                        <a16:creationId xmlns:a16="http://schemas.microsoft.com/office/drawing/2014/main" id="{B4123BFB-9EB1-4D70-B5C7-AAE7D48583B1}"/>
                      </a:ext>
                    </a:extLst>
                  </p:cNvPr>
                  <p:cNvGrpSpPr/>
                  <p:nvPr userDrawn="1"/>
                </p:nvGrpSpPr>
                <p:grpSpPr>
                  <a:xfrm>
                    <a:off x="13554906" y="3320109"/>
                    <a:ext cx="443917" cy="425811"/>
                    <a:chOff x="12909684" y="1276143"/>
                    <a:chExt cx="443917" cy="425811"/>
                  </a:xfrm>
                </p:grpSpPr>
                <p:sp>
                  <p:nvSpPr>
                    <p:cNvPr id="109" name="Rechthoek 108">
                      <a:extLst>
                        <a:ext uri="{FF2B5EF4-FFF2-40B4-BE49-F238E27FC236}">
                          <a16:creationId xmlns:a16="http://schemas.microsoft.com/office/drawing/2014/main" id="{1D84B87F-6F83-442C-8926-A6E628B879C3}"/>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10" name="Rechthoek 109">
                      <a:extLst>
                        <a:ext uri="{FF2B5EF4-FFF2-40B4-BE49-F238E27FC236}">
                          <a16:creationId xmlns:a16="http://schemas.microsoft.com/office/drawing/2014/main" id="{674CEFD6-0A26-4203-AA9F-FD0ACC77E3CD}"/>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11" name="Ovaal 110">
                      <a:extLst>
                        <a:ext uri="{FF2B5EF4-FFF2-40B4-BE49-F238E27FC236}">
                          <a16:creationId xmlns:a16="http://schemas.microsoft.com/office/drawing/2014/main" id="{01B13E6A-E84A-450C-B1FB-14A5C3FD2124}"/>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pic>
                <p:nvPicPr>
                  <p:cNvPr id="107" name="Afbeelding 106">
                    <a:extLst>
                      <a:ext uri="{FF2B5EF4-FFF2-40B4-BE49-F238E27FC236}">
                        <a16:creationId xmlns:a16="http://schemas.microsoft.com/office/drawing/2014/main" id="{62EE8067-179D-445B-A63A-58164F2989C4}"/>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08" name="Afbeelding 107">
                    <a:extLst>
                      <a:ext uri="{FF2B5EF4-FFF2-40B4-BE49-F238E27FC236}">
                        <a16:creationId xmlns:a16="http://schemas.microsoft.com/office/drawing/2014/main" id="{16D7F7C3-6400-4F8A-B91D-DFE387D6ADF2}"/>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00" name="Groep 99">
                  <a:extLst>
                    <a:ext uri="{FF2B5EF4-FFF2-40B4-BE49-F238E27FC236}">
                      <a16:creationId xmlns:a16="http://schemas.microsoft.com/office/drawing/2014/main" id="{D845D80B-DC83-4F24-A437-1F7811379BFF}"/>
                    </a:ext>
                  </a:extLst>
                </p:cNvPr>
                <p:cNvGrpSpPr/>
                <p:nvPr userDrawn="1"/>
              </p:nvGrpSpPr>
              <p:grpSpPr>
                <a:xfrm>
                  <a:off x="13103513" y="3705268"/>
                  <a:ext cx="145820" cy="146462"/>
                  <a:chOff x="13096169" y="3602278"/>
                  <a:chExt cx="145820" cy="146462"/>
                </a:xfrm>
              </p:grpSpPr>
              <p:sp>
                <p:nvSpPr>
                  <p:cNvPr id="104" name="Rechthoek 103">
                    <a:extLst>
                      <a:ext uri="{FF2B5EF4-FFF2-40B4-BE49-F238E27FC236}">
                        <a16:creationId xmlns:a16="http://schemas.microsoft.com/office/drawing/2014/main" id="{C85CC38C-220C-42D5-95C8-805BC85A78B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05" name="Rechthoek 104">
                    <a:extLst>
                      <a:ext uri="{FF2B5EF4-FFF2-40B4-BE49-F238E27FC236}">
                        <a16:creationId xmlns:a16="http://schemas.microsoft.com/office/drawing/2014/main" id="{F4D8BE97-9D99-4F90-A624-C3167F597D8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101" name="Groep 100">
                  <a:extLst>
                    <a:ext uri="{FF2B5EF4-FFF2-40B4-BE49-F238E27FC236}">
                      <a16:creationId xmlns:a16="http://schemas.microsoft.com/office/drawing/2014/main" id="{58271DEC-E963-4991-8836-065FA9E1BCA8}"/>
                    </a:ext>
                  </a:extLst>
                </p:cNvPr>
                <p:cNvGrpSpPr/>
                <p:nvPr userDrawn="1"/>
              </p:nvGrpSpPr>
              <p:grpSpPr>
                <a:xfrm rot="10800000">
                  <a:off x="13061402" y="3665637"/>
                  <a:ext cx="145820" cy="146462"/>
                  <a:chOff x="13096169" y="3602278"/>
                  <a:chExt cx="145820" cy="146462"/>
                </a:xfrm>
              </p:grpSpPr>
              <p:sp>
                <p:nvSpPr>
                  <p:cNvPr id="102" name="Rechthoek 101">
                    <a:extLst>
                      <a:ext uri="{FF2B5EF4-FFF2-40B4-BE49-F238E27FC236}">
                        <a16:creationId xmlns:a16="http://schemas.microsoft.com/office/drawing/2014/main" id="{71443EC1-7F26-482A-94F5-51C9C3473E0F}"/>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03" name="Rechthoek 102">
                    <a:extLst>
                      <a:ext uri="{FF2B5EF4-FFF2-40B4-BE49-F238E27FC236}">
                        <a16:creationId xmlns:a16="http://schemas.microsoft.com/office/drawing/2014/main" id="{A12D309C-CE9C-4B57-9489-DA8159E99721}"/>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97" name="Rechthoek 96">
                <a:extLst>
                  <a:ext uri="{FF2B5EF4-FFF2-40B4-BE49-F238E27FC236}">
                    <a16:creationId xmlns:a16="http://schemas.microsoft.com/office/drawing/2014/main" id="{C050B095-0FF7-4927-94BD-962FA3C4DB5C}"/>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Bijsnijden</a:t>
                </a:r>
              </a:p>
            </p:txBody>
          </p:sp>
          <p:sp>
            <p:nvSpPr>
              <p:cNvPr id="98" name="Gelijkbenige driehoek 97">
                <a:extLst>
                  <a:ext uri="{FF2B5EF4-FFF2-40B4-BE49-F238E27FC236}">
                    <a16:creationId xmlns:a16="http://schemas.microsoft.com/office/drawing/2014/main" id="{94DD1F2D-E45E-44D8-9557-CAFDCDC06ECB}"/>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93" name="ICOON_info">
              <a:extLst>
                <a:ext uri="{FF2B5EF4-FFF2-40B4-BE49-F238E27FC236}">
                  <a16:creationId xmlns:a16="http://schemas.microsoft.com/office/drawing/2014/main" id="{B99A3963-9BC7-4BA8-B891-5B610B400604}"/>
                </a:ext>
              </a:extLst>
            </p:cNvPr>
            <p:cNvGrpSpPr/>
            <p:nvPr userDrawn="1"/>
          </p:nvGrpSpPr>
          <p:grpSpPr>
            <a:xfrm>
              <a:off x="-376736" y="4271597"/>
              <a:ext cx="283685" cy="283685"/>
              <a:chOff x="-510741" y="5913713"/>
              <a:chExt cx="267555" cy="267555"/>
            </a:xfrm>
          </p:grpSpPr>
          <p:sp>
            <p:nvSpPr>
              <p:cNvPr id="94" name="Ovaal 93">
                <a:extLst>
                  <a:ext uri="{FF2B5EF4-FFF2-40B4-BE49-F238E27FC236}">
                    <a16:creationId xmlns:a16="http://schemas.microsoft.com/office/drawing/2014/main" id="{02319905-4381-4672-A47C-264965655D86}"/>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95" name="Graphic 163" descr="Informatie">
                <a:extLst>
                  <a:ext uri="{FF2B5EF4-FFF2-40B4-BE49-F238E27FC236}">
                    <a16:creationId xmlns:a16="http://schemas.microsoft.com/office/drawing/2014/main" id="{0AF42EBA-D3AE-4D1C-BF2F-061CE3615A13}"/>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244728976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 TITLE">
    <p:spTree>
      <p:nvGrpSpPr>
        <p:cNvPr id="1" name=""/>
        <p:cNvGrpSpPr/>
        <p:nvPr/>
      </p:nvGrpSpPr>
      <p:grpSpPr>
        <a:xfrm>
          <a:off x="0" y="0"/>
          <a:ext cx="0" cy="0"/>
          <a:chOff x="0" y="0"/>
          <a:chExt cx="0" cy="0"/>
        </a:xfrm>
      </p:grpSpPr>
      <p:sp>
        <p:nvSpPr>
          <p:cNvPr id="17" name="Tijdelijke aanduiding voor afbeelding 16">
            <a:extLst>
              <a:ext uri="{FF2B5EF4-FFF2-40B4-BE49-F238E27FC236}">
                <a16:creationId xmlns:a16="http://schemas.microsoft.com/office/drawing/2014/main" id="{34EE03AE-CD13-42C5-B28F-9FD03DEF7A75}"/>
              </a:ext>
            </a:extLst>
          </p:cNvPr>
          <p:cNvSpPr>
            <a:spLocks noGrp="1"/>
          </p:cNvSpPr>
          <p:nvPr>
            <p:ph type="pic" sz="quarter" idx="13"/>
          </p:nvPr>
        </p:nvSpPr>
        <p:spPr>
          <a:xfrm>
            <a:off x="0" y="0"/>
            <a:ext cx="12192001" cy="6857998"/>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1082845"/>
            <a:ext cx="3945531" cy="1435714"/>
          </a:xfrm>
        </p:spPr>
        <p:txBody>
          <a:bodyPr wrap="square">
            <a:spAutoFit/>
          </a:bodyPr>
          <a:lstStyle>
            <a:lvl1pPr>
              <a:lnSpc>
                <a:spcPct val="110000"/>
              </a:lnSpc>
              <a:defRPr baseline="0">
                <a:solidFill>
                  <a:schemeClr val="bg1">
                    <a:lumMod val="95000"/>
                  </a:schemeClr>
                </a:solidFill>
                <a:highlight>
                  <a:srgbClr val="BC0031"/>
                </a:highlight>
              </a:defRPr>
            </a:lvl1pPr>
          </a:lstStyle>
          <a:p>
            <a:r>
              <a:rPr lang="nl-NL" noProof="0" dirty="0"/>
              <a:t> 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8" name="Rechthoek: afgeronde hoeken 7">
            <a:extLst>
              <a:ext uri="{FF2B5EF4-FFF2-40B4-BE49-F238E27FC236}">
                <a16:creationId xmlns:a16="http://schemas.microsoft.com/office/drawing/2014/main" id="{BFB955E8-A081-433B-9631-83553073A6FB}"/>
              </a:ext>
            </a:extLst>
          </p:cNvPr>
          <p:cNvSpPr/>
          <p:nvPr userDrawn="1"/>
        </p:nvSpPr>
        <p:spPr>
          <a:xfrm>
            <a:off x="0" y="-429492"/>
            <a:ext cx="2341218"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a:solidFill>
                  <a:schemeClr val="accent2"/>
                </a:solidFill>
                <a:latin typeface="+mj-lt"/>
              </a:rPr>
              <a:t>Image + </a:t>
            </a:r>
            <a:r>
              <a:rPr lang="nl-NL" sz="2400" b="1" cap="all" baseline="0" noProof="0" err="1">
                <a:solidFill>
                  <a:schemeClr val="accent2"/>
                </a:solidFill>
                <a:latin typeface="+mj-lt"/>
              </a:rPr>
              <a:t>title</a:t>
            </a:r>
            <a:endParaRPr lang="nl-NL" sz="2400" b="1" cap="all" baseline="0" noProof="0">
              <a:solidFill>
                <a:schemeClr val="accent2"/>
              </a:solidFill>
              <a:latin typeface="+mj-lt"/>
            </a:endParaRPr>
          </a:p>
        </p:txBody>
      </p:sp>
      <p:grpSp>
        <p:nvGrpSpPr>
          <p:cNvPr id="49" name="INSTRUCTIE">
            <a:extLst>
              <a:ext uri="{FF2B5EF4-FFF2-40B4-BE49-F238E27FC236}">
                <a16:creationId xmlns:a16="http://schemas.microsoft.com/office/drawing/2014/main" id="{0FB159B1-9589-4279-B683-90FB5ED89E2F}"/>
              </a:ext>
            </a:extLst>
          </p:cNvPr>
          <p:cNvGrpSpPr/>
          <p:nvPr userDrawn="1"/>
        </p:nvGrpSpPr>
        <p:grpSpPr>
          <a:xfrm>
            <a:off x="-3786437" y="0"/>
            <a:ext cx="3693386" cy="6452863"/>
            <a:chOff x="-3786437" y="0"/>
            <a:chExt cx="3693386" cy="6452863"/>
          </a:xfrm>
        </p:grpSpPr>
        <p:sp>
          <p:nvSpPr>
            <p:cNvPr id="50" name="Rechthoek 49">
              <a:extLst>
                <a:ext uri="{FF2B5EF4-FFF2-40B4-BE49-F238E27FC236}">
                  <a16:creationId xmlns:a16="http://schemas.microsoft.com/office/drawing/2014/main" id="{E603A57D-5461-449A-A44E-DD1BF0625B2B}"/>
                </a:ext>
              </a:extLst>
            </p:cNvPr>
            <p:cNvSpPr/>
            <p:nvPr userDrawn="1"/>
          </p:nvSpPr>
          <p:spPr>
            <a:xfrm>
              <a:off x="-3786437" y="562486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51" name="INSTRUCTIE">
              <a:extLst>
                <a:ext uri="{FF2B5EF4-FFF2-40B4-BE49-F238E27FC236}">
                  <a16:creationId xmlns:a16="http://schemas.microsoft.com/office/drawing/2014/main" id="{C4D6D371-F61B-4C3C-802A-9233747F7CCE}"/>
                </a:ext>
              </a:extLst>
            </p:cNvPr>
            <p:cNvGrpSpPr/>
            <p:nvPr userDrawn="1"/>
          </p:nvGrpSpPr>
          <p:grpSpPr>
            <a:xfrm>
              <a:off x="-3786165" y="0"/>
              <a:ext cx="3693114" cy="5782322"/>
              <a:chOff x="-3786165" y="0"/>
              <a:chExt cx="3693114" cy="5782322"/>
            </a:xfrm>
          </p:grpSpPr>
          <p:sp>
            <p:nvSpPr>
              <p:cNvPr id="52" name="Rechthoek 51">
                <a:extLst>
                  <a:ext uri="{FF2B5EF4-FFF2-40B4-BE49-F238E27FC236}">
                    <a16:creationId xmlns:a16="http://schemas.microsoft.com/office/drawing/2014/main" id="{ED9727A9-41DA-4AAB-933E-52F559EB55C2}"/>
                  </a:ext>
                </a:extLst>
              </p:cNvPr>
              <p:cNvSpPr/>
              <p:nvPr userDrawn="1"/>
            </p:nvSpPr>
            <p:spPr>
              <a:xfrm>
                <a:off x="-3786165" y="0"/>
                <a:ext cx="3593091" cy="5624863"/>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Afbeelding invoegen/opmaken</a:t>
                </a:r>
              </a:p>
            </p:txBody>
          </p:sp>
          <p:sp>
            <p:nvSpPr>
              <p:cNvPr id="53" name="Ovaal 52">
                <a:extLst>
                  <a:ext uri="{FF2B5EF4-FFF2-40B4-BE49-F238E27FC236}">
                    <a16:creationId xmlns:a16="http://schemas.microsoft.com/office/drawing/2014/main" id="{76BD3043-58E8-4570-A5F6-8B4F9184242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54" name="Rechthoek 53">
                <a:extLst>
                  <a:ext uri="{FF2B5EF4-FFF2-40B4-BE49-F238E27FC236}">
                    <a16:creationId xmlns:a16="http://schemas.microsoft.com/office/drawing/2014/main" id="{4AD08929-33B2-44C7-8F97-728D4FF115C9}"/>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55" name="Groep 54">
                <a:extLst>
                  <a:ext uri="{FF2B5EF4-FFF2-40B4-BE49-F238E27FC236}">
                    <a16:creationId xmlns:a16="http://schemas.microsoft.com/office/drawing/2014/main" id="{9EF634B1-0C25-42FB-A2B9-8D526D35E207}"/>
                  </a:ext>
                </a:extLst>
              </p:cNvPr>
              <p:cNvGrpSpPr/>
              <p:nvPr userDrawn="1"/>
            </p:nvGrpSpPr>
            <p:grpSpPr>
              <a:xfrm>
                <a:off x="-3316179" y="1231351"/>
                <a:ext cx="294789" cy="318834"/>
                <a:chOff x="14466489" y="1001522"/>
                <a:chExt cx="290627" cy="314333"/>
              </a:xfrm>
            </p:grpSpPr>
            <p:sp>
              <p:nvSpPr>
                <p:cNvPr id="101" name="Rechthoek 100">
                  <a:extLst>
                    <a:ext uri="{FF2B5EF4-FFF2-40B4-BE49-F238E27FC236}">
                      <a16:creationId xmlns:a16="http://schemas.microsoft.com/office/drawing/2014/main" id="{7DADE768-6DC2-4EF5-9714-DAC39EEFD556}"/>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02" name="Ovaal 101">
                  <a:extLst>
                    <a:ext uri="{FF2B5EF4-FFF2-40B4-BE49-F238E27FC236}">
                      <a16:creationId xmlns:a16="http://schemas.microsoft.com/office/drawing/2014/main" id="{B7B4677E-0C63-441A-9284-9ED1F2BA5746}"/>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03" name="Vrije vorm: vorm 102">
                  <a:extLst>
                    <a:ext uri="{FF2B5EF4-FFF2-40B4-BE49-F238E27FC236}">
                      <a16:creationId xmlns:a16="http://schemas.microsoft.com/office/drawing/2014/main" id="{E04BD046-D4E0-4FD4-9B87-78FE0C196DFA}"/>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04" name="Rechthoek: afgeronde hoeken 103">
                  <a:extLst>
                    <a:ext uri="{FF2B5EF4-FFF2-40B4-BE49-F238E27FC236}">
                      <a16:creationId xmlns:a16="http://schemas.microsoft.com/office/drawing/2014/main" id="{9C9615CD-8613-41C4-BAE7-9B72B7298B7F}"/>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cxnSp>
              <p:nvCxnSpPr>
                <p:cNvPr id="105" name="Rechte verbindingslijn 104">
                  <a:extLst>
                    <a:ext uri="{FF2B5EF4-FFF2-40B4-BE49-F238E27FC236}">
                      <a16:creationId xmlns:a16="http://schemas.microsoft.com/office/drawing/2014/main" id="{9DC7EF92-474B-4043-AABE-7D27BE7E2D8B}"/>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6" name="Rechte verbindingslijn 105">
                  <a:extLst>
                    <a:ext uri="{FF2B5EF4-FFF2-40B4-BE49-F238E27FC236}">
                      <a16:creationId xmlns:a16="http://schemas.microsoft.com/office/drawing/2014/main" id="{4190373C-B246-495F-A875-9D9A940F0A98}"/>
                    </a:ext>
                  </a:extLst>
                </p:cNvPr>
                <p:cNvCxnSpPr>
                  <a:cxnSpLocks/>
                  <a:stCxn id="104"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56" name="Ovaal 55">
                <a:extLst>
                  <a:ext uri="{FF2B5EF4-FFF2-40B4-BE49-F238E27FC236}">
                    <a16:creationId xmlns:a16="http://schemas.microsoft.com/office/drawing/2014/main" id="{25720D5C-D6C1-44E6-A44E-073B913598F4}"/>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57" name="Rechthoek 56">
                <a:extLst>
                  <a:ext uri="{FF2B5EF4-FFF2-40B4-BE49-F238E27FC236}">
                    <a16:creationId xmlns:a16="http://schemas.microsoft.com/office/drawing/2014/main" id="{3B4EF05E-9761-4612-BD2E-76E349806911}"/>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58" name="Groep 57">
                <a:extLst>
                  <a:ext uri="{FF2B5EF4-FFF2-40B4-BE49-F238E27FC236}">
                    <a16:creationId xmlns:a16="http://schemas.microsoft.com/office/drawing/2014/main" id="{2FD80689-89C2-4470-B03A-6375725A1FD4}"/>
                  </a:ext>
                </a:extLst>
              </p:cNvPr>
              <p:cNvGrpSpPr/>
              <p:nvPr userDrawn="1"/>
            </p:nvGrpSpPr>
            <p:grpSpPr>
              <a:xfrm>
                <a:off x="-3311319" y="2164285"/>
                <a:ext cx="825500" cy="209550"/>
                <a:chOff x="13504624" y="2482850"/>
                <a:chExt cx="825500" cy="209550"/>
              </a:xfrm>
            </p:grpSpPr>
            <p:sp>
              <p:nvSpPr>
                <p:cNvPr id="98" name="Rechthoek 97">
                  <a:extLst>
                    <a:ext uri="{FF2B5EF4-FFF2-40B4-BE49-F238E27FC236}">
                      <a16:creationId xmlns:a16="http://schemas.microsoft.com/office/drawing/2014/main" id="{595DE6A7-D7F3-49E7-97C6-8ED896C0BC6E}"/>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99" name="Rechte verbindingslijn 98">
                  <a:extLst>
                    <a:ext uri="{FF2B5EF4-FFF2-40B4-BE49-F238E27FC236}">
                      <a16:creationId xmlns:a16="http://schemas.microsoft.com/office/drawing/2014/main" id="{FC169971-A36B-4415-BEBC-2AC87A9848D3}"/>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00" name="Gelijkbenige driehoek 99">
                  <a:extLst>
                    <a:ext uri="{FF2B5EF4-FFF2-40B4-BE49-F238E27FC236}">
                      <a16:creationId xmlns:a16="http://schemas.microsoft.com/office/drawing/2014/main" id="{682E8BFF-DF52-4291-B3B9-A3510CDF9B2D}"/>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sp>
            <p:nvSpPr>
              <p:cNvPr id="59" name="Ovaal 58">
                <a:extLst>
                  <a:ext uri="{FF2B5EF4-FFF2-40B4-BE49-F238E27FC236}">
                    <a16:creationId xmlns:a16="http://schemas.microsoft.com/office/drawing/2014/main" id="{92171AA5-AB52-415E-8EC3-B8EB75865F18}"/>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60" name="Rechthoek 59">
                <a:extLst>
                  <a:ext uri="{FF2B5EF4-FFF2-40B4-BE49-F238E27FC236}">
                    <a16:creationId xmlns:a16="http://schemas.microsoft.com/office/drawing/2014/main" id="{340E9A09-759F-4567-9DDC-989ACCCF0DF2}"/>
                  </a:ext>
                </a:extLst>
              </p:cNvPr>
              <p:cNvSpPr/>
              <p:nvPr userDrawn="1"/>
            </p:nvSpPr>
            <p:spPr>
              <a:xfrm>
                <a:off x="-3319415" y="2553360"/>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Klik met de rechter muisknop op de afbeelding en kies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‘Naar achtergrond’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sp>
            <p:nvSpPr>
              <p:cNvPr id="61" name="Ovaal 60">
                <a:extLst>
                  <a:ext uri="{FF2B5EF4-FFF2-40B4-BE49-F238E27FC236}">
                    <a16:creationId xmlns:a16="http://schemas.microsoft.com/office/drawing/2014/main" id="{10FB6105-2F02-4D41-A5F4-741A50B41905}"/>
                  </a:ext>
                </a:extLst>
              </p:cNvPr>
              <p:cNvSpPr/>
              <p:nvPr userDrawn="1"/>
            </p:nvSpPr>
            <p:spPr>
              <a:xfrm>
                <a:off x="-3603587" y="3744237"/>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62" name="Rechthoek 61">
                <a:extLst>
                  <a:ext uri="{FF2B5EF4-FFF2-40B4-BE49-F238E27FC236}">
                    <a16:creationId xmlns:a16="http://schemas.microsoft.com/office/drawing/2014/main" id="{54D4FCD1-4493-48F0-B8C2-CCBF8651B4F6}"/>
                  </a:ext>
                </a:extLst>
              </p:cNvPr>
              <p:cNvSpPr/>
              <p:nvPr userDrawn="1"/>
            </p:nvSpPr>
            <p:spPr>
              <a:xfrm>
                <a:off x="-3319415" y="3744238"/>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63" name="Groep 62">
                <a:extLst>
                  <a:ext uri="{FF2B5EF4-FFF2-40B4-BE49-F238E27FC236}">
                    <a16:creationId xmlns:a16="http://schemas.microsoft.com/office/drawing/2014/main" id="{BEE3D5EC-6279-45AE-BCDC-ABDC2BAB7442}"/>
                  </a:ext>
                </a:extLst>
              </p:cNvPr>
              <p:cNvGrpSpPr/>
              <p:nvPr userDrawn="1"/>
            </p:nvGrpSpPr>
            <p:grpSpPr>
              <a:xfrm>
                <a:off x="-3408294" y="4834615"/>
                <a:ext cx="622283" cy="612919"/>
                <a:chOff x="12617641" y="3403239"/>
                <a:chExt cx="752963" cy="741634"/>
              </a:xfrm>
            </p:grpSpPr>
            <p:grpSp>
              <p:nvGrpSpPr>
                <p:cNvPr id="82" name="Groep 81">
                  <a:extLst>
                    <a:ext uri="{FF2B5EF4-FFF2-40B4-BE49-F238E27FC236}">
                      <a16:creationId xmlns:a16="http://schemas.microsoft.com/office/drawing/2014/main" id="{C521B988-F336-4E56-BFD9-C1AC5EBC224B}"/>
                    </a:ext>
                  </a:extLst>
                </p:cNvPr>
                <p:cNvGrpSpPr/>
                <p:nvPr userDrawn="1"/>
              </p:nvGrpSpPr>
              <p:grpSpPr>
                <a:xfrm>
                  <a:off x="12771550" y="3403239"/>
                  <a:ext cx="467156" cy="448491"/>
                  <a:chOff x="12782177" y="3403239"/>
                  <a:chExt cx="467156" cy="448491"/>
                </a:xfrm>
              </p:grpSpPr>
              <p:grpSp>
                <p:nvGrpSpPr>
                  <p:cNvPr id="85" name="Groep 84">
                    <a:extLst>
                      <a:ext uri="{FF2B5EF4-FFF2-40B4-BE49-F238E27FC236}">
                        <a16:creationId xmlns:a16="http://schemas.microsoft.com/office/drawing/2014/main" id="{99CCD295-BF0A-4D90-B70C-E551F18F0794}"/>
                      </a:ext>
                    </a:extLst>
                  </p:cNvPr>
                  <p:cNvGrpSpPr/>
                  <p:nvPr userDrawn="1"/>
                </p:nvGrpSpPr>
                <p:grpSpPr>
                  <a:xfrm>
                    <a:off x="12782177" y="3403239"/>
                    <a:ext cx="412972" cy="396132"/>
                    <a:chOff x="13554906" y="3320109"/>
                    <a:chExt cx="443912" cy="425811"/>
                  </a:xfrm>
                </p:grpSpPr>
                <p:grpSp>
                  <p:nvGrpSpPr>
                    <p:cNvPr id="92" name="Groep 91">
                      <a:extLst>
                        <a:ext uri="{FF2B5EF4-FFF2-40B4-BE49-F238E27FC236}">
                          <a16:creationId xmlns:a16="http://schemas.microsoft.com/office/drawing/2014/main" id="{409E8F3D-E011-4489-9BFD-A64B5A81433A}"/>
                        </a:ext>
                      </a:extLst>
                    </p:cNvPr>
                    <p:cNvGrpSpPr/>
                    <p:nvPr userDrawn="1"/>
                  </p:nvGrpSpPr>
                  <p:grpSpPr>
                    <a:xfrm>
                      <a:off x="13554906" y="3320109"/>
                      <a:ext cx="443912" cy="425811"/>
                      <a:chOff x="12909684" y="1276143"/>
                      <a:chExt cx="443912" cy="425811"/>
                    </a:xfrm>
                  </p:grpSpPr>
                  <p:sp>
                    <p:nvSpPr>
                      <p:cNvPr id="95" name="Rechthoek 94">
                        <a:extLst>
                          <a:ext uri="{FF2B5EF4-FFF2-40B4-BE49-F238E27FC236}">
                            <a16:creationId xmlns:a16="http://schemas.microsoft.com/office/drawing/2014/main" id="{28ADDDA0-C139-446E-BB71-9D72F5D324AF}"/>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96" name="Rechthoek 95">
                        <a:extLst>
                          <a:ext uri="{FF2B5EF4-FFF2-40B4-BE49-F238E27FC236}">
                            <a16:creationId xmlns:a16="http://schemas.microsoft.com/office/drawing/2014/main" id="{5B0B562E-B5BD-495C-B6D5-6BE8457B0EEA}"/>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97" name="Ovaal 96">
                        <a:extLst>
                          <a:ext uri="{FF2B5EF4-FFF2-40B4-BE49-F238E27FC236}">
                            <a16:creationId xmlns:a16="http://schemas.microsoft.com/office/drawing/2014/main" id="{6B145992-1B9F-4611-9F67-7234604C3277}"/>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pic>
                  <p:nvPicPr>
                    <p:cNvPr id="93" name="Afbeelding 92">
                      <a:extLst>
                        <a:ext uri="{FF2B5EF4-FFF2-40B4-BE49-F238E27FC236}">
                          <a16:creationId xmlns:a16="http://schemas.microsoft.com/office/drawing/2014/main" id="{26279C79-26BD-4038-94C4-9D96EF01F7F5}"/>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2"/>
                      <a:ext cx="173367" cy="140220"/>
                    </a:xfrm>
                    <a:prstGeom prst="rect">
                      <a:avLst/>
                    </a:prstGeom>
                  </p:spPr>
                </p:pic>
                <p:pic>
                  <p:nvPicPr>
                    <p:cNvPr id="94" name="Afbeelding 93">
                      <a:extLst>
                        <a:ext uri="{FF2B5EF4-FFF2-40B4-BE49-F238E27FC236}">
                          <a16:creationId xmlns:a16="http://schemas.microsoft.com/office/drawing/2014/main" id="{EDF0FFBD-302D-490C-987A-E145A7E7FD4A}"/>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53788"/>
                      <a:ext cx="173367" cy="111424"/>
                    </a:xfrm>
                    <a:prstGeom prst="rect">
                      <a:avLst/>
                    </a:prstGeom>
                  </p:spPr>
                </p:pic>
              </p:grpSp>
              <p:grpSp>
                <p:nvGrpSpPr>
                  <p:cNvPr id="86" name="Groep 85">
                    <a:extLst>
                      <a:ext uri="{FF2B5EF4-FFF2-40B4-BE49-F238E27FC236}">
                        <a16:creationId xmlns:a16="http://schemas.microsoft.com/office/drawing/2014/main" id="{954753E0-F15E-4F19-B00C-88F700A593B5}"/>
                      </a:ext>
                    </a:extLst>
                  </p:cNvPr>
                  <p:cNvGrpSpPr/>
                  <p:nvPr userDrawn="1"/>
                </p:nvGrpSpPr>
                <p:grpSpPr>
                  <a:xfrm>
                    <a:off x="13103513" y="3705268"/>
                    <a:ext cx="145820" cy="146462"/>
                    <a:chOff x="13096169" y="3602278"/>
                    <a:chExt cx="145820" cy="146462"/>
                  </a:xfrm>
                </p:grpSpPr>
                <p:sp>
                  <p:nvSpPr>
                    <p:cNvPr id="90" name="Rechthoek 89">
                      <a:extLst>
                        <a:ext uri="{FF2B5EF4-FFF2-40B4-BE49-F238E27FC236}">
                          <a16:creationId xmlns:a16="http://schemas.microsoft.com/office/drawing/2014/main" id="{948A4634-585C-4560-A133-F592DAD65DFC}"/>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91" name="Rechthoek 90">
                      <a:extLst>
                        <a:ext uri="{FF2B5EF4-FFF2-40B4-BE49-F238E27FC236}">
                          <a16:creationId xmlns:a16="http://schemas.microsoft.com/office/drawing/2014/main" id="{F85A5D89-CB53-47E2-B6E5-191D735EBAA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87" name="Groep 86">
                    <a:extLst>
                      <a:ext uri="{FF2B5EF4-FFF2-40B4-BE49-F238E27FC236}">
                        <a16:creationId xmlns:a16="http://schemas.microsoft.com/office/drawing/2014/main" id="{2BE5B6AB-CF3B-44DB-BE7A-8E8AB62E1DFF}"/>
                      </a:ext>
                    </a:extLst>
                  </p:cNvPr>
                  <p:cNvGrpSpPr/>
                  <p:nvPr userDrawn="1"/>
                </p:nvGrpSpPr>
                <p:grpSpPr>
                  <a:xfrm rot="10800000">
                    <a:off x="13061402" y="3665637"/>
                    <a:ext cx="145820" cy="146462"/>
                    <a:chOff x="13096169" y="3602278"/>
                    <a:chExt cx="145820" cy="146462"/>
                  </a:xfrm>
                </p:grpSpPr>
                <p:sp>
                  <p:nvSpPr>
                    <p:cNvPr id="88" name="Rechthoek 87">
                      <a:extLst>
                        <a:ext uri="{FF2B5EF4-FFF2-40B4-BE49-F238E27FC236}">
                          <a16:creationId xmlns:a16="http://schemas.microsoft.com/office/drawing/2014/main" id="{ED39862B-BC07-490F-98E8-B68E5564824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89" name="Rechthoek 88">
                      <a:extLst>
                        <a:ext uri="{FF2B5EF4-FFF2-40B4-BE49-F238E27FC236}">
                          <a16:creationId xmlns:a16="http://schemas.microsoft.com/office/drawing/2014/main" id="{9876DB3F-3F00-4E80-A795-CEFF250A77AA}"/>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83" name="Rechthoek 82">
                  <a:extLst>
                    <a:ext uri="{FF2B5EF4-FFF2-40B4-BE49-F238E27FC236}">
                      <a16:creationId xmlns:a16="http://schemas.microsoft.com/office/drawing/2014/main" id="{CF9CA65D-71F5-47C5-BA07-975DD8C39326}"/>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Bijsnijden</a:t>
                  </a:r>
                </a:p>
              </p:txBody>
            </p:sp>
            <p:sp>
              <p:nvSpPr>
                <p:cNvPr id="84" name="Gelijkbenige driehoek 83">
                  <a:extLst>
                    <a:ext uri="{FF2B5EF4-FFF2-40B4-BE49-F238E27FC236}">
                      <a16:creationId xmlns:a16="http://schemas.microsoft.com/office/drawing/2014/main" id="{925AED8E-22EE-430D-8B55-0241DFD5828A}"/>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64" name="Groep 63">
                <a:extLst>
                  <a:ext uri="{FF2B5EF4-FFF2-40B4-BE49-F238E27FC236}">
                    <a16:creationId xmlns:a16="http://schemas.microsoft.com/office/drawing/2014/main" id="{A633C47C-1009-438C-9A30-2250D5771BC7}"/>
                  </a:ext>
                </a:extLst>
              </p:cNvPr>
              <p:cNvGrpSpPr/>
              <p:nvPr userDrawn="1"/>
            </p:nvGrpSpPr>
            <p:grpSpPr>
              <a:xfrm>
                <a:off x="-3314821" y="2981448"/>
                <a:ext cx="1558053" cy="563933"/>
                <a:chOff x="-3314821" y="2981448"/>
                <a:chExt cx="1558053" cy="563933"/>
              </a:xfrm>
            </p:grpSpPr>
            <p:sp>
              <p:nvSpPr>
                <p:cNvPr id="68" name="Rechthoek 67">
                  <a:extLst>
                    <a:ext uri="{FF2B5EF4-FFF2-40B4-BE49-F238E27FC236}">
                      <a16:creationId xmlns:a16="http://schemas.microsoft.com/office/drawing/2014/main" id="{A77CD097-1A25-4EF3-991A-3A1ED3F23E74}"/>
                    </a:ext>
                  </a:extLst>
                </p:cNvPr>
                <p:cNvSpPr/>
                <p:nvPr userDrawn="1"/>
              </p:nvSpPr>
              <p:spPr>
                <a:xfrm>
                  <a:off x="-3314821" y="2981448"/>
                  <a:ext cx="1558053"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69" name="Rechthoek 68">
                  <a:extLst>
                    <a:ext uri="{FF2B5EF4-FFF2-40B4-BE49-F238E27FC236}">
                      <a16:creationId xmlns:a16="http://schemas.microsoft.com/office/drawing/2014/main" id="{90902D1B-93F8-46CF-8E53-5F6975D54078}"/>
                    </a:ext>
                  </a:extLst>
                </p:cNvPr>
                <p:cNvSpPr/>
                <p:nvPr userDrawn="1"/>
              </p:nvSpPr>
              <p:spPr>
                <a:xfrm>
                  <a:off x="-3304719" y="3235173"/>
                  <a:ext cx="15403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70" name="Tekstvak 69">
                  <a:extLst>
                    <a:ext uri="{FF2B5EF4-FFF2-40B4-BE49-F238E27FC236}">
                      <a16:creationId xmlns:a16="http://schemas.microsoft.com/office/drawing/2014/main" id="{EBA8BCE1-C6DF-4C1F-999B-19566F2E617C}"/>
                    </a:ext>
                  </a:extLst>
                </p:cNvPr>
                <p:cNvSpPr txBox="1"/>
                <p:nvPr userDrawn="1"/>
              </p:nvSpPr>
              <p:spPr>
                <a:xfrm>
                  <a:off x="-3069820" y="3038892"/>
                  <a:ext cx="1089248"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Naar voorgrond</a:t>
                  </a:r>
                </a:p>
              </p:txBody>
            </p:sp>
            <p:sp>
              <p:nvSpPr>
                <p:cNvPr id="71" name="Tekstvak 70">
                  <a:extLst>
                    <a:ext uri="{FF2B5EF4-FFF2-40B4-BE49-F238E27FC236}">
                      <a16:creationId xmlns:a16="http://schemas.microsoft.com/office/drawing/2014/main" id="{7750EBC4-0B45-49A6-98D9-9CEFF8ACA08A}"/>
                    </a:ext>
                  </a:extLst>
                </p:cNvPr>
                <p:cNvSpPr txBox="1"/>
                <p:nvPr userDrawn="1"/>
              </p:nvSpPr>
              <p:spPr>
                <a:xfrm>
                  <a:off x="-3069820" y="3295269"/>
                  <a:ext cx="109851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Naar achtergrond</a:t>
                  </a:r>
                </a:p>
              </p:txBody>
            </p:sp>
            <p:sp>
              <p:nvSpPr>
                <p:cNvPr id="72" name="Vrije vorm: vorm 71">
                  <a:extLst>
                    <a:ext uri="{FF2B5EF4-FFF2-40B4-BE49-F238E27FC236}">
                      <a16:creationId xmlns:a16="http://schemas.microsoft.com/office/drawing/2014/main" id="{55B6F338-5C9F-43B2-AB24-B92FA6162002}"/>
                    </a:ext>
                  </a:extLst>
                </p:cNvPr>
                <p:cNvSpPr/>
                <p:nvPr userDrawn="1"/>
              </p:nvSpPr>
              <p:spPr>
                <a:xfrm>
                  <a:off x="-2051274" y="3365381"/>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73" name="Gelijkbenige driehoek 72">
                  <a:extLst>
                    <a:ext uri="{FF2B5EF4-FFF2-40B4-BE49-F238E27FC236}">
                      <a16:creationId xmlns:a16="http://schemas.microsoft.com/office/drawing/2014/main" id="{B5DAB48F-2795-48AA-94BE-8BE7927C0CF6}"/>
                    </a:ext>
                  </a:extLst>
                </p:cNvPr>
                <p:cNvSpPr/>
                <p:nvPr userDrawn="1"/>
              </p:nvSpPr>
              <p:spPr>
                <a:xfrm rot="5400000">
                  <a:off x="-1900674" y="3332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74" name="Groep 73">
                  <a:extLst>
                    <a:ext uri="{FF2B5EF4-FFF2-40B4-BE49-F238E27FC236}">
                      <a16:creationId xmlns:a16="http://schemas.microsoft.com/office/drawing/2014/main" id="{7A207922-81BE-4BAB-8C7A-AF1B14A3A89D}"/>
                    </a:ext>
                  </a:extLst>
                </p:cNvPr>
                <p:cNvGrpSpPr/>
                <p:nvPr userDrawn="1"/>
              </p:nvGrpSpPr>
              <p:grpSpPr>
                <a:xfrm>
                  <a:off x="-3257052" y="3032066"/>
                  <a:ext cx="182309" cy="163794"/>
                  <a:chOff x="12832541" y="3162395"/>
                  <a:chExt cx="219532" cy="197236"/>
                </a:xfrm>
              </p:grpSpPr>
              <p:sp>
                <p:nvSpPr>
                  <p:cNvPr id="79" name="Rechthoek 78">
                    <a:extLst>
                      <a:ext uri="{FF2B5EF4-FFF2-40B4-BE49-F238E27FC236}">
                        <a16:creationId xmlns:a16="http://schemas.microsoft.com/office/drawing/2014/main" id="{EAF739ED-30B1-4355-95B4-B65EF2C760BB}"/>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80" name="Rechthoek 79">
                    <a:extLst>
                      <a:ext uri="{FF2B5EF4-FFF2-40B4-BE49-F238E27FC236}">
                        <a16:creationId xmlns:a16="http://schemas.microsoft.com/office/drawing/2014/main" id="{CCEF469C-A501-455C-95B2-3277A4C913BE}"/>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81" name="Rechthoek 80">
                    <a:extLst>
                      <a:ext uri="{FF2B5EF4-FFF2-40B4-BE49-F238E27FC236}">
                        <a16:creationId xmlns:a16="http://schemas.microsoft.com/office/drawing/2014/main" id="{0079302A-7947-4ED9-90A8-C4247A4D5BE1}"/>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grpSp>
              <p:nvGrpSpPr>
                <p:cNvPr id="75" name="Groep 74">
                  <a:extLst>
                    <a:ext uri="{FF2B5EF4-FFF2-40B4-BE49-F238E27FC236}">
                      <a16:creationId xmlns:a16="http://schemas.microsoft.com/office/drawing/2014/main" id="{D66D6F33-69D5-4F75-A744-35846C4F0E8B}"/>
                    </a:ext>
                  </a:extLst>
                </p:cNvPr>
                <p:cNvGrpSpPr/>
                <p:nvPr userDrawn="1"/>
              </p:nvGrpSpPr>
              <p:grpSpPr>
                <a:xfrm>
                  <a:off x="-3257053" y="3276580"/>
                  <a:ext cx="182309" cy="163794"/>
                  <a:chOff x="12832541" y="3162395"/>
                  <a:chExt cx="219532" cy="197236"/>
                </a:xfrm>
              </p:grpSpPr>
              <p:sp>
                <p:nvSpPr>
                  <p:cNvPr id="76" name="Rechthoek 75">
                    <a:extLst>
                      <a:ext uri="{FF2B5EF4-FFF2-40B4-BE49-F238E27FC236}">
                        <a16:creationId xmlns:a16="http://schemas.microsoft.com/office/drawing/2014/main" id="{434FA878-D5C3-4C69-85FB-6EA69BC1D05F}"/>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77" name="Rechthoek 76">
                    <a:extLst>
                      <a:ext uri="{FF2B5EF4-FFF2-40B4-BE49-F238E27FC236}">
                        <a16:creationId xmlns:a16="http://schemas.microsoft.com/office/drawing/2014/main" id="{652C7312-A479-4D08-BE56-A88095307761}"/>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78" name="Rechthoek 77">
                    <a:extLst>
                      <a:ext uri="{FF2B5EF4-FFF2-40B4-BE49-F238E27FC236}">
                        <a16:creationId xmlns:a16="http://schemas.microsoft.com/office/drawing/2014/main" id="{010E3E63-9CF4-4C91-9561-74FDB7791EA2}"/>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grpSp>
          <p:grpSp>
            <p:nvGrpSpPr>
              <p:cNvPr id="65" name="ICOON_info">
                <a:extLst>
                  <a:ext uri="{FF2B5EF4-FFF2-40B4-BE49-F238E27FC236}">
                    <a16:creationId xmlns:a16="http://schemas.microsoft.com/office/drawing/2014/main" id="{A30F218F-5028-4093-A7CC-826208610E36}"/>
                  </a:ext>
                </a:extLst>
              </p:cNvPr>
              <p:cNvGrpSpPr/>
              <p:nvPr userDrawn="1"/>
            </p:nvGrpSpPr>
            <p:grpSpPr>
              <a:xfrm>
                <a:off x="-376736" y="5498637"/>
                <a:ext cx="283685" cy="283685"/>
                <a:chOff x="-510741" y="5913713"/>
                <a:chExt cx="267555" cy="267555"/>
              </a:xfrm>
            </p:grpSpPr>
            <p:sp>
              <p:nvSpPr>
                <p:cNvPr id="66" name="Ovaal 65">
                  <a:extLst>
                    <a:ext uri="{FF2B5EF4-FFF2-40B4-BE49-F238E27FC236}">
                      <a16:creationId xmlns:a16="http://schemas.microsoft.com/office/drawing/2014/main" id="{8F63B31A-D71F-4D83-814E-9D352CD1E9F0}"/>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67" name="Graphic 163" descr="Informatie">
                  <a:extLst>
                    <a:ext uri="{FF2B5EF4-FFF2-40B4-BE49-F238E27FC236}">
                      <a16:creationId xmlns:a16="http://schemas.microsoft.com/office/drawing/2014/main" id="{A46FF6CB-15C4-4DDE-884F-B919FA58EE38}"/>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a:solidFill>
                      <a:srgbClr val="211F26"/>
                    </a:solidFill>
                    <a:latin typeface="Calibri" panose="020F0502020204030204" pitchFamily="34" charset="0"/>
                    <a:cs typeface="Calibri" panose="020F0502020204030204" pitchFamily="34" charset="0"/>
                  </a:endParaRPr>
                </a:p>
              </p:txBody>
            </p:sp>
          </p:grpSp>
        </p:grpSp>
      </p:grpSp>
      <p:sp>
        <p:nvSpPr>
          <p:cNvPr id="107" name="Rechthoek 106">
            <a:extLst>
              <a:ext uri="{FF2B5EF4-FFF2-40B4-BE49-F238E27FC236}">
                <a16:creationId xmlns:a16="http://schemas.microsoft.com/office/drawing/2014/main" id="{EACAFA3E-FA8A-4960-99AE-5CCD75348282}"/>
              </a:ext>
            </a:extLst>
          </p:cNvPr>
          <p:cNvSpPr/>
          <p:nvPr userDrawn="1"/>
        </p:nvSpPr>
        <p:spPr>
          <a:xfrm>
            <a:off x="-6397338" y="-1"/>
            <a:ext cx="2507001" cy="112335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Let op!</a:t>
            </a:r>
          </a:p>
        </p:txBody>
      </p:sp>
      <p:sp>
        <p:nvSpPr>
          <p:cNvPr id="108" name="Rechthoek 107">
            <a:extLst>
              <a:ext uri="{FF2B5EF4-FFF2-40B4-BE49-F238E27FC236}">
                <a16:creationId xmlns:a16="http://schemas.microsoft.com/office/drawing/2014/main" id="{17460F03-4EE8-4133-A415-57EF618D8713}"/>
              </a:ext>
            </a:extLst>
          </p:cNvPr>
          <p:cNvSpPr/>
          <p:nvPr userDrawn="1"/>
        </p:nvSpPr>
        <p:spPr>
          <a:xfrm>
            <a:off x="-6225534" y="465324"/>
            <a:ext cx="2187560" cy="52527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bij de keuze van de afbeelding voor een goed contrast, zodat de tekst op de foto leesbaar blijft.</a:t>
            </a:r>
          </a:p>
        </p:txBody>
      </p:sp>
    </p:spTree>
    <p:extLst>
      <p:ext uri="{BB962C8B-B14F-4D97-AF65-F5344CB8AC3E}">
        <p14:creationId xmlns:p14="http://schemas.microsoft.com/office/powerpoint/2010/main" val="52739942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00% IMAGE">
    <p:spTree>
      <p:nvGrpSpPr>
        <p:cNvPr id="1" name=""/>
        <p:cNvGrpSpPr/>
        <p:nvPr/>
      </p:nvGrpSpPr>
      <p:grpSpPr>
        <a:xfrm>
          <a:off x="0" y="0"/>
          <a:ext cx="0" cy="0"/>
          <a:chOff x="0" y="0"/>
          <a:chExt cx="0" cy="0"/>
        </a:xfrm>
      </p:grpSpPr>
      <p:sp>
        <p:nvSpPr>
          <p:cNvPr id="17" name="Tijdelijke aanduiding voor afbeelding 16">
            <a:extLst>
              <a:ext uri="{FF2B5EF4-FFF2-40B4-BE49-F238E27FC236}">
                <a16:creationId xmlns:a16="http://schemas.microsoft.com/office/drawing/2014/main" id="{34EE03AE-CD13-42C5-B28F-9FD03DEF7A75}"/>
              </a:ext>
            </a:extLst>
          </p:cNvPr>
          <p:cNvSpPr>
            <a:spLocks noGrp="1"/>
          </p:cNvSpPr>
          <p:nvPr>
            <p:ph type="pic" sz="quarter" idx="13"/>
          </p:nvPr>
        </p:nvSpPr>
        <p:spPr>
          <a:xfrm>
            <a:off x="0" y="0"/>
            <a:ext cx="12192001" cy="6857998"/>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8" name="Rechthoek: afgeronde hoeken 7">
            <a:extLst>
              <a:ext uri="{FF2B5EF4-FFF2-40B4-BE49-F238E27FC236}">
                <a16:creationId xmlns:a16="http://schemas.microsoft.com/office/drawing/2014/main" id="{BFB955E8-A081-433B-9631-83553073A6FB}"/>
              </a:ext>
            </a:extLst>
          </p:cNvPr>
          <p:cNvSpPr/>
          <p:nvPr userDrawn="1"/>
        </p:nvSpPr>
        <p:spPr>
          <a:xfrm>
            <a:off x="0" y="-429492"/>
            <a:ext cx="1923604"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a:solidFill>
                  <a:schemeClr val="accent2"/>
                </a:solidFill>
                <a:latin typeface="+mj-lt"/>
              </a:rPr>
              <a:t>100% image</a:t>
            </a:r>
          </a:p>
        </p:txBody>
      </p:sp>
      <p:grpSp>
        <p:nvGrpSpPr>
          <p:cNvPr id="78" name="INSTRUCTIE">
            <a:extLst>
              <a:ext uri="{FF2B5EF4-FFF2-40B4-BE49-F238E27FC236}">
                <a16:creationId xmlns:a16="http://schemas.microsoft.com/office/drawing/2014/main" id="{E7300668-BABE-4EF3-9A12-30ABD06D9911}"/>
              </a:ext>
            </a:extLst>
          </p:cNvPr>
          <p:cNvGrpSpPr/>
          <p:nvPr userDrawn="1"/>
        </p:nvGrpSpPr>
        <p:grpSpPr>
          <a:xfrm>
            <a:off x="-3786437" y="0"/>
            <a:ext cx="3693386" cy="6452863"/>
            <a:chOff x="-3786437" y="0"/>
            <a:chExt cx="3693386" cy="6452863"/>
          </a:xfrm>
        </p:grpSpPr>
        <p:sp>
          <p:nvSpPr>
            <p:cNvPr id="79" name="Rechthoek 78">
              <a:extLst>
                <a:ext uri="{FF2B5EF4-FFF2-40B4-BE49-F238E27FC236}">
                  <a16:creationId xmlns:a16="http://schemas.microsoft.com/office/drawing/2014/main" id="{E8BCEE4E-9377-4FA6-860A-FE33308D1455}"/>
                </a:ext>
              </a:extLst>
            </p:cNvPr>
            <p:cNvSpPr/>
            <p:nvPr userDrawn="1"/>
          </p:nvSpPr>
          <p:spPr>
            <a:xfrm>
              <a:off x="-3786437" y="562486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80" name="INSTRUCTIE">
              <a:extLst>
                <a:ext uri="{FF2B5EF4-FFF2-40B4-BE49-F238E27FC236}">
                  <a16:creationId xmlns:a16="http://schemas.microsoft.com/office/drawing/2014/main" id="{78778950-86E3-4B7B-8D80-17D3672AFF5F}"/>
                </a:ext>
              </a:extLst>
            </p:cNvPr>
            <p:cNvGrpSpPr/>
            <p:nvPr userDrawn="1"/>
          </p:nvGrpSpPr>
          <p:grpSpPr>
            <a:xfrm>
              <a:off x="-3786165" y="0"/>
              <a:ext cx="3693114" cy="5782322"/>
              <a:chOff x="-3786165" y="0"/>
              <a:chExt cx="3693114" cy="5782322"/>
            </a:xfrm>
          </p:grpSpPr>
          <p:sp>
            <p:nvSpPr>
              <p:cNvPr id="81" name="Rechthoek 80">
                <a:extLst>
                  <a:ext uri="{FF2B5EF4-FFF2-40B4-BE49-F238E27FC236}">
                    <a16:creationId xmlns:a16="http://schemas.microsoft.com/office/drawing/2014/main" id="{5D2ECE53-F269-49F4-8045-819667456A8C}"/>
                  </a:ext>
                </a:extLst>
              </p:cNvPr>
              <p:cNvSpPr/>
              <p:nvPr userDrawn="1"/>
            </p:nvSpPr>
            <p:spPr>
              <a:xfrm>
                <a:off x="-3786165" y="0"/>
                <a:ext cx="3593091" cy="5624863"/>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Afbeelding invoegen/opmaken</a:t>
                </a:r>
              </a:p>
            </p:txBody>
          </p:sp>
          <p:sp>
            <p:nvSpPr>
              <p:cNvPr id="82" name="Ovaal 81">
                <a:extLst>
                  <a:ext uri="{FF2B5EF4-FFF2-40B4-BE49-F238E27FC236}">
                    <a16:creationId xmlns:a16="http://schemas.microsoft.com/office/drawing/2014/main" id="{ED5460DD-6A43-4EB2-A006-9768BE103AA1}"/>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3" name="Rechthoek 82">
                <a:extLst>
                  <a:ext uri="{FF2B5EF4-FFF2-40B4-BE49-F238E27FC236}">
                    <a16:creationId xmlns:a16="http://schemas.microsoft.com/office/drawing/2014/main" id="{E979F2AC-6320-4DE8-A2F8-1B3EDE0467A8}"/>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4" name="Groep 83">
                <a:extLst>
                  <a:ext uri="{FF2B5EF4-FFF2-40B4-BE49-F238E27FC236}">
                    <a16:creationId xmlns:a16="http://schemas.microsoft.com/office/drawing/2014/main" id="{22187056-999F-4D4D-BCB3-7CEC6571ED7E}"/>
                  </a:ext>
                </a:extLst>
              </p:cNvPr>
              <p:cNvGrpSpPr/>
              <p:nvPr userDrawn="1"/>
            </p:nvGrpSpPr>
            <p:grpSpPr>
              <a:xfrm>
                <a:off x="-3316179" y="1231351"/>
                <a:ext cx="294789" cy="318834"/>
                <a:chOff x="14466489" y="1001522"/>
                <a:chExt cx="290627" cy="314333"/>
              </a:xfrm>
            </p:grpSpPr>
            <p:sp>
              <p:nvSpPr>
                <p:cNvPr id="130" name="Rechthoek 129">
                  <a:extLst>
                    <a:ext uri="{FF2B5EF4-FFF2-40B4-BE49-F238E27FC236}">
                      <a16:creationId xmlns:a16="http://schemas.microsoft.com/office/drawing/2014/main" id="{820C98AA-C51D-464C-A2AB-97F80B1038CB}"/>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31" name="Ovaal 130">
                  <a:extLst>
                    <a:ext uri="{FF2B5EF4-FFF2-40B4-BE49-F238E27FC236}">
                      <a16:creationId xmlns:a16="http://schemas.microsoft.com/office/drawing/2014/main" id="{D4F9E080-3542-41FF-9F73-E4131712DA13}"/>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32" name="Vrije vorm: vorm 131">
                  <a:extLst>
                    <a:ext uri="{FF2B5EF4-FFF2-40B4-BE49-F238E27FC236}">
                      <a16:creationId xmlns:a16="http://schemas.microsoft.com/office/drawing/2014/main" id="{31F14B85-84B3-49A3-A491-7785B65563B3}"/>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33" name="Rechthoek: afgeronde hoeken 132">
                  <a:extLst>
                    <a:ext uri="{FF2B5EF4-FFF2-40B4-BE49-F238E27FC236}">
                      <a16:creationId xmlns:a16="http://schemas.microsoft.com/office/drawing/2014/main" id="{C0835E2D-DA99-4DDB-8906-C83C8439775B}"/>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cxnSp>
              <p:nvCxnSpPr>
                <p:cNvPr id="134" name="Rechte verbindingslijn 133">
                  <a:extLst>
                    <a:ext uri="{FF2B5EF4-FFF2-40B4-BE49-F238E27FC236}">
                      <a16:creationId xmlns:a16="http://schemas.microsoft.com/office/drawing/2014/main" id="{4DA1419E-7098-4D20-94A2-278EB46C153C}"/>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5" name="Rechte verbindingslijn 134">
                  <a:extLst>
                    <a:ext uri="{FF2B5EF4-FFF2-40B4-BE49-F238E27FC236}">
                      <a16:creationId xmlns:a16="http://schemas.microsoft.com/office/drawing/2014/main" id="{F0AF1EE2-5496-4A22-8C44-9AE7A1B340CE}"/>
                    </a:ext>
                  </a:extLst>
                </p:cNvPr>
                <p:cNvCxnSpPr>
                  <a:cxnSpLocks/>
                  <a:stCxn id="133"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5" name="Ovaal 84">
                <a:extLst>
                  <a:ext uri="{FF2B5EF4-FFF2-40B4-BE49-F238E27FC236}">
                    <a16:creationId xmlns:a16="http://schemas.microsoft.com/office/drawing/2014/main" id="{8007F987-54C2-490A-8CE8-0B35CBAAF598}"/>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6" name="Rechthoek 85">
                <a:extLst>
                  <a:ext uri="{FF2B5EF4-FFF2-40B4-BE49-F238E27FC236}">
                    <a16:creationId xmlns:a16="http://schemas.microsoft.com/office/drawing/2014/main" id="{65557D5D-64CF-4A8A-BA59-95044E7D740A}"/>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7" name="Groep 86">
                <a:extLst>
                  <a:ext uri="{FF2B5EF4-FFF2-40B4-BE49-F238E27FC236}">
                    <a16:creationId xmlns:a16="http://schemas.microsoft.com/office/drawing/2014/main" id="{FB9B40FF-D18F-4E7B-9DF4-CE925E0F66DF}"/>
                  </a:ext>
                </a:extLst>
              </p:cNvPr>
              <p:cNvGrpSpPr/>
              <p:nvPr userDrawn="1"/>
            </p:nvGrpSpPr>
            <p:grpSpPr>
              <a:xfrm>
                <a:off x="-3311319" y="2164285"/>
                <a:ext cx="825500" cy="209550"/>
                <a:chOff x="13504624" y="2482850"/>
                <a:chExt cx="825500" cy="209550"/>
              </a:xfrm>
            </p:grpSpPr>
            <p:sp>
              <p:nvSpPr>
                <p:cNvPr id="127" name="Rechthoek 126">
                  <a:extLst>
                    <a:ext uri="{FF2B5EF4-FFF2-40B4-BE49-F238E27FC236}">
                      <a16:creationId xmlns:a16="http://schemas.microsoft.com/office/drawing/2014/main" id="{33D40313-67F1-4DFC-933A-8ABC17571426}"/>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128" name="Rechte verbindingslijn 127">
                  <a:extLst>
                    <a:ext uri="{FF2B5EF4-FFF2-40B4-BE49-F238E27FC236}">
                      <a16:creationId xmlns:a16="http://schemas.microsoft.com/office/drawing/2014/main" id="{1A5C9064-F9C9-4832-B4AA-65C4264AC39B}"/>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29" name="Gelijkbenige driehoek 128">
                  <a:extLst>
                    <a:ext uri="{FF2B5EF4-FFF2-40B4-BE49-F238E27FC236}">
                      <a16:creationId xmlns:a16="http://schemas.microsoft.com/office/drawing/2014/main" id="{7439E554-07EC-470D-8549-38202B34F3C2}"/>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sp>
            <p:nvSpPr>
              <p:cNvPr id="88" name="Ovaal 87">
                <a:extLst>
                  <a:ext uri="{FF2B5EF4-FFF2-40B4-BE49-F238E27FC236}">
                    <a16:creationId xmlns:a16="http://schemas.microsoft.com/office/drawing/2014/main" id="{D7046D54-0992-40E3-A348-438A34AF904F}"/>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9" name="Rechthoek 88">
                <a:extLst>
                  <a:ext uri="{FF2B5EF4-FFF2-40B4-BE49-F238E27FC236}">
                    <a16:creationId xmlns:a16="http://schemas.microsoft.com/office/drawing/2014/main" id="{4F890C0A-1ADE-4765-86C9-BA6C7D31830D}"/>
                  </a:ext>
                </a:extLst>
              </p:cNvPr>
              <p:cNvSpPr/>
              <p:nvPr userDrawn="1"/>
            </p:nvSpPr>
            <p:spPr>
              <a:xfrm>
                <a:off x="-3319415" y="2553360"/>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Klik met de rechter muisknop op de afbeelding en kies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‘Naar achtergrond’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sp>
            <p:nvSpPr>
              <p:cNvPr id="90" name="Ovaal 89">
                <a:extLst>
                  <a:ext uri="{FF2B5EF4-FFF2-40B4-BE49-F238E27FC236}">
                    <a16:creationId xmlns:a16="http://schemas.microsoft.com/office/drawing/2014/main" id="{B0D667B9-E79A-4F13-8587-EA0635F680B8}"/>
                  </a:ext>
                </a:extLst>
              </p:cNvPr>
              <p:cNvSpPr/>
              <p:nvPr userDrawn="1"/>
            </p:nvSpPr>
            <p:spPr>
              <a:xfrm>
                <a:off x="-3603587" y="3744237"/>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91" name="Rechthoek 90">
                <a:extLst>
                  <a:ext uri="{FF2B5EF4-FFF2-40B4-BE49-F238E27FC236}">
                    <a16:creationId xmlns:a16="http://schemas.microsoft.com/office/drawing/2014/main" id="{8246D84B-531C-4937-9061-C22D3C6257CF}"/>
                  </a:ext>
                </a:extLst>
              </p:cNvPr>
              <p:cNvSpPr/>
              <p:nvPr userDrawn="1"/>
            </p:nvSpPr>
            <p:spPr>
              <a:xfrm>
                <a:off x="-3319415" y="3744238"/>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92" name="Groep 91">
                <a:extLst>
                  <a:ext uri="{FF2B5EF4-FFF2-40B4-BE49-F238E27FC236}">
                    <a16:creationId xmlns:a16="http://schemas.microsoft.com/office/drawing/2014/main" id="{33DE33CD-EF8E-4705-9500-51D12F1B16DC}"/>
                  </a:ext>
                </a:extLst>
              </p:cNvPr>
              <p:cNvGrpSpPr/>
              <p:nvPr userDrawn="1"/>
            </p:nvGrpSpPr>
            <p:grpSpPr>
              <a:xfrm>
                <a:off x="-3408294" y="4834615"/>
                <a:ext cx="622283" cy="612919"/>
                <a:chOff x="12617641" y="3403239"/>
                <a:chExt cx="752963" cy="741634"/>
              </a:xfrm>
            </p:grpSpPr>
            <p:grpSp>
              <p:nvGrpSpPr>
                <p:cNvPr id="111" name="Groep 110">
                  <a:extLst>
                    <a:ext uri="{FF2B5EF4-FFF2-40B4-BE49-F238E27FC236}">
                      <a16:creationId xmlns:a16="http://schemas.microsoft.com/office/drawing/2014/main" id="{FBE34065-C16D-411F-B33B-92B6CC2F8E41}"/>
                    </a:ext>
                  </a:extLst>
                </p:cNvPr>
                <p:cNvGrpSpPr/>
                <p:nvPr userDrawn="1"/>
              </p:nvGrpSpPr>
              <p:grpSpPr>
                <a:xfrm>
                  <a:off x="12771550" y="3403239"/>
                  <a:ext cx="467156" cy="448491"/>
                  <a:chOff x="12782177" y="3403239"/>
                  <a:chExt cx="467156" cy="448491"/>
                </a:xfrm>
              </p:grpSpPr>
              <p:grpSp>
                <p:nvGrpSpPr>
                  <p:cNvPr id="114" name="Groep 113">
                    <a:extLst>
                      <a:ext uri="{FF2B5EF4-FFF2-40B4-BE49-F238E27FC236}">
                        <a16:creationId xmlns:a16="http://schemas.microsoft.com/office/drawing/2014/main" id="{635D0D83-8365-4129-B875-517D8B7CFE52}"/>
                      </a:ext>
                    </a:extLst>
                  </p:cNvPr>
                  <p:cNvGrpSpPr/>
                  <p:nvPr userDrawn="1"/>
                </p:nvGrpSpPr>
                <p:grpSpPr>
                  <a:xfrm>
                    <a:off x="12782177" y="3403239"/>
                    <a:ext cx="412972" cy="396132"/>
                    <a:chOff x="13554906" y="3320109"/>
                    <a:chExt cx="443912" cy="425811"/>
                  </a:xfrm>
                </p:grpSpPr>
                <p:grpSp>
                  <p:nvGrpSpPr>
                    <p:cNvPr id="121" name="Groep 120">
                      <a:extLst>
                        <a:ext uri="{FF2B5EF4-FFF2-40B4-BE49-F238E27FC236}">
                          <a16:creationId xmlns:a16="http://schemas.microsoft.com/office/drawing/2014/main" id="{908FCE34-4114-45B7-B7B1-CE1C48E8586A}"/>
                        </a:ext>
                      </a:extLst>
                    </p:cNvPr>
                    <p:cNvGrpSpPr/>
                    <p:nvPr userDrawn="1"/>
                  </p:nvGrpSpPr>
                  <p:grpSpPr>
                    <a:xfrm>
                      <a:off x="13554906" y="3320109"/>
                      <a:ext cx="443912" cy="425811"/>
                      <a:chOff x="12909684" y="1276143"/>
                      <a:chExt cx="443912" cy="425811"/>
                    </a:xfrm>
                  </p:grpSpPr>
                  <p:sp>
                    <p:nvSpPr>
                      <p:cNvPr id="124" name="Rechthoek 123">
                        <a:extLst>
                          <a:ext uri="{FF2B5EF4-FFF2-40B4-BE49-F238E27FC236}">
                            <a16:creationId xmlns:a16="http://schemas.microsoft.com/office/drawing/2014/main" id="{F4DBBD78-9A8E-4BF5-8F6A-5885759E62F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25" name="Rechthoek 124">
                        <a:extLst>
                          <a:ext uri="{FF2B5EF4-FFF2-40B4-BE49-F238E27FC236}">
                            <a16:creationId xmlns:a16="http://schemas.microsoft.com/office/drawing/2014/main" id="{B544A8E8-444D-448B-9166-9179C48545A8}"/>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26" name="Ovaal 125">
                        <a:extLst>
                          <a:ext uri="{FF2B5EF4-FFF2-40B4-BE49-F238E27FC236}">
                            <a16:creationId xmlns:a16="http://schemas.microsoft.com/office/drawing/2014/main" id="{4D91E10D-07C7-4EC5-BDEF-A9B42E6067E6}"/>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pic>
                  <p:nvPicPr>
                    <p:cNvPr id="122" name="Afbeelding 121">
                      <a:extLst>
                        <a:ext uri="{FF2B5EF4-FFF2-40B4-BE49-F238E27FC236}">
                          <a16:creationId xmlns:a16="http://schemas.microsoft.com/office/drawing/2014/main" id="{7EE67F6E-F3E6-4BB3-85AB-2B039EA24454}"/>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2"/>
                      <a:ext cx="173367" cy="140220"/>
                    </a:xfrm>
                    <a:prstGeom prst="rect">
                      <a:avLst/>
                    </a:prstGeom>
                  </p:spPr>
                </p:pic>
                <p:pic>
                  <p:nvPicPr>
                    <p:cNvPr id="123" name="Afbeelding 122">
                      <a:extLst>
                        <a:ext uri="{FF2B5EF4-FFF2-40B4-BE49-F238E27FC236}">
                          <a16:creationId xmlns:a16="http://schemas.microsoft.com/office/drawing/2014/main" id="{DABADF5E-4BF1-4FBA-AE60-44305FCA1450}"/>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53788"/>
                      <a:ext cx="173367" cy="111424"/>
                    </a:xfrm>
                    <a:prstGeom prst="rect">
                      <a:avLst/>
                    </a:prstGeom>
                  </p:spPr>
                </p:pic>
              </p:grpSp>
              <p:grpSp>
                <p:nvGrpSpPr>
                  <p:cNvPr id="115" name="Groep 114">
                    <a:extLst>
                      <a:ext uri="{FF2B5EF4-FFF2-40B4-BE49-F238E27FC236}">
                        <a16:creationId xmlns:a16="http://schemas.microsoft.com/office/drawing/2014/main" id="{7BCA3084-29FA-4C73-BEB7-CB6C9129AA5F}"/>
                      </a:ext>
                    </a:extLst>
                  </p:cNvPr>
                  <p:cNvGrpSpPr/>
                  <p:nvPr userDrawn="1"/>
                </p:nvGrpSpPr>
                <p:grpSpPr>
                  <a:xfrm>
                    <a:off x="13103513" y="3705268"/>
                    <a:ext cx="145820" cy="146462"/>
                    <a:chOff x="13096169" y="3602278"/>
                    <a:chExt cx="145820" cy="146462"/>
                  </a:xfrm>
                </p:grpSpPr>
                <p:sp>
                  <p:nvSpPr>
                    <p:cNvPr id="119" name="Rechthoek 118">
                      <a:extLst>
                        <a:ext uri="{FF2B5EF4-FFF2-40B4-BE49-F238E27FC236}">
                          <a16:creationId xmlns:a16="http://schemas.microsoft.com/office/drawing/2014/main" id="{C2AAA274-4ECD-4D07-9D3E-C11B6D7BD04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20" name="Rechthoek 119">
                      <a:extLst>
                        <a:ext uri="{FF2B5EF4-FFF2-40B4-BE49-F238E27FC236}">
                          <a16:creationId xmlns:a16="http://schemas.microsoft.com/office/drawing/2014/main" id="{F153B895-5822-4EF6-B397-670B0AE12255}"/>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116" name="Groep 115">
                    <a:extLst>
                      <a:ext uri="{FF2B5EF4-FFF2-40B4-BE49-F238E27FC236}">
                        <a16:creationId xmlns:a16="http://schemas.microsoft.com/office/drawing/2014/main" id="{80A8E6A7-0ACC-44F1-BABA-70EC34966DAC}"/>
                      </a:ext>
                    </a:extLst>
                  </p:cNvPr>
                  <p:cNvGrpSpPr/>
                  <p:nvPr userDrawn="1"/>
                </p:nvGrpSpPr>
                <p:grpSpPr>
                  <a:xfrm rot="10800000">
                    <a:off x="13061402" y="3665637"/>
                    <a:ext cx="145820" cy="146462"/>
                    <a:chOff x="13096169" y="3602278"/>
                    <a:chExt cx="145820" cy="146462"/>
                  </a:xfrm>
                </p:grpSpPr>
                <p:sp>
                  <p:nvSpPr>
                    <p:cNvPr id="117" name="Rechthoek 116">
                      <a:extLst>
                        <a:ext uri="{FF2B5EF4-FFF2-40B4-BE49-F238E27FC236}">
                          <a16:creationId xmlns:a16="http://schemas.microsoft.com/office/drawing/2014/main" id="{E7D64877-67A8-437B-9122-92C5E2BE3A5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18" name="Rechthoek 117">
                      <a:extLst>
                        <a:ext uri="{FF2B5EF4-FFF2-40B4-BE49-F238E27FC236}">
                          <a16:creationId xmlns:a16="http://schemas.microsoft.com/office/drawing/2014/main" id="{8D8617CF-329F-42A1-8AC6-2E675D9E07B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112" name="Rechthoek 111">
                  <a:extLst>
                    <a:ext uri="{FF2B5EF4-FFF2-40B4-BE49-F238E27FC236}">
                      <a16:creationId xmlns:a16="http://schemas.microsoft.com/office/drawing/2014/main" id="{511BF109-4F14-41B2-863C-9F5A58B9250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Bijsnijden</a:t>
                  </a:r>
                </a:p>
              </p:txBody>
            </p:sp>
            <p:sp>
              <p:nvSpPr>
                <p:cNvPr id="113" name="Gelijkbenige driehoek 112">
                  <a:extLst>
                    <a:ext uri="{FF2B5EF4-FFF2-40B4-BE49-F238E27FC236}">
                      <a16:creationId xmlns:a16="http://schemas.microsoft.com/office/drawing/2014/main" id="{C60D5988-A0C7-4129-81B1-8FAFF1FC06AA}"/>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93" name="Groep 92">
                <a:extLst>
                  <a:ext uri="{FF2B5EF4-FFF2-40B4-BE49-F238E27FC236}">
                    <a16:creationId xmlns:a16="http://schemas.microsoft.com/office/drawing/2014/main" id="{472FF6DD-20D9-47DA-8411-EC07A287C1FA}"/>
                  </a:ext>
                </a:extLst>
              </p:cNvPr>
              <p:cNvGrpSpPr/>
              <p:nvPr userDrawn="1"/>
            </p:nvGrpSpPr>
            <p:grpSpPr>
              <a:xfrm>
                <a:off x="-3314821" y="2981448"/>
                <a:ext cx="1558053" cy="563933"/>
                <a:chOff x="-3314821" y="2981448"/>
                <a:chExt cx="1558053" cy="563933"/>
              </a:xfrm>
            </p:grpSpPr>
            <p:sp>
              <p:nvSpPr>
                <p:cNvPr id="97" name="Rechthoek 96">
                  <a:extLst>
                    <a:ext uri="{FF2B5EF4-FFF2-40B4-BE49-F238E27FC236}">
                      <a16:creationId xmlns:a16="http://schemas.microsoft.com/office/drawing/2014/main" id="{5FBF0202-D16E-4B54-9DA2-20651F4CC4A1}"/>
                    </a:ext>
                  </a:extLst>
                </p:cNvPr>
                <p:cNvSpPr/>
                <p:nvPr userDrawn="1"/>
              </p:nvSpPr>
              <p:spPr>
                <a:xfrm>
                  <a:off x="-3314821" y="2981448"/>
                  <a:ext cx="1558053"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98" name="Rechthoek 97">
                  <a:extLst>
                    <a:ext uri="{FF2B5EF4-FFF2-40B4-BE49-F238E27FC236}">
                      <a16:creationId xmlns:a16="http://schemas.microsoft.com/office/drawing/2014/main" id="{FBD347AB-2D49-462E-A71E-30F7DA13C372}"/>
                    </a:ext>
                  </a:extLst>
                </p:cNvPr>
                <p:cNvSpPr/>
                <p:nvPr userDrawn="1"/>
              </p:nvSpPr>
              <p:spPr>
                <a:xfrm>
                  <a:off x="-3304719" y="3235173"/>
                  <a:ext cx="15403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99" name="Tekstvak 98">
                  <a:extLst>
                    <a:ext uri="{FF2B5EF4-FFF2-40B4-BE49-F238E27FC236}">
                      <a16:creationId xmlns:a16="http://schemas.microsoft.com/office/drawing/2014/main" id="{D8A0A28B-1097-429C-8E56-1C507E844C99}"/>
                    </a:ext>
                  </a:extLst>
                </p:cNvPr>
                <p:cNvSpPr txBox="1"/>
                <p:nvPr userDrawn="1"/>
              </p:nvSpPr>
              <p:spPr>
                <a:xfrm>
                  <a:off x="-3069820" y="3038892"/>
                  <a:ext cx="1089248"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Naar voorgrond</a:t>
                  </a:r>
                </a:p>
              </p:txBody>
            </p:sp>
            <p:sp>
              <p:nvSpPr>
                <p:cNvPr id="100" name="Tekstvak 99">
                  <a:extLst>
                    <a:ext uri="{FF2B5EF4-FFF2-40B4-BE49-F238E27FC236}">
                      <a16:creationId xmlns:a16="http://schemas.microsoft.com/office/drawing/2014/main" id="{0C2E6D0F-523A-4AF8-9B69-8561FC7DB24D}"/>
                    </a:ext>
                  </a:extLst>
                </p:cNvPr>
                <p:cNvSpPr txBox="1"/>
                <p:nvPr userDrawn="1"/>
              </p:nvSpPr>
              <p:spPr>
                <a:xfrm>
                  <a:off x="-3069820" y="3295269"/>
                  <a:ext cx="109851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Naar achtergrond</a:t>
                  </a:r>
                </a:p>
              </p:txBody>
            </p:sp>
            <p:sp>
              <p:nvSpPr>
                <p:cNvPr id="101" name="Vrije vorm: vorm 100">
                  <a:extLst>
                    <a:ext uri="{FF2B5EF4-FFF2-40B4-BE49-F238E27FC236}">
                      <a16:creationId xmlns:a16="http://schemas.microsoft.com/office/drawing/2014/main" id="{72CF7F63-2010-4C71-A298-6E70A5C2A128}"/>
                    </a:ext>
                  </a:extLst>
                </p:cNvPr>
                <p:cNvSpPr/>
                <p:nvPr userDrawn="1"/>
              </p:nvSpPr>
              <p:spPr>
                <a:xfrm>
                  <a:off x="-2051274" y="3365381"/>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102" name="Gelijkbenige driehoek 101">
                  <a:extLst>
                    <a:ext uri="{FF2B5EF4-FFF2-40B4-BE49-F238E27FC236}">
                      <a16:creationId xmlns:a16="http://schemas.microsoft.com/office/drawing/2014/main" id="{09E3E282-2204-4AAF-A08A-35D068089DE3}"/>
                    </a:ext>
                  </a:extLst>
                </p:cNvPr>
                <p:cNvSpPr/>
                <p:nvPr userDrawn="1"/>
              </p:nvSpPr>
              <p:spPr>
                <a:xfrm rot="5400000">
                  <a:off x="-1900674" y="3332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103" name="Groep 102">
                  <a:extLst>
                    <a:ext uri="{FF2B5EF4-FFF2-40B4-BE49-F238E27FC236}">
                      <a16:creationId xmlns:a16="http://schemas.microsoft.com/office/drawing/2014/main" id="{01CE405F-D1AA-4E40-9698-25DF964B8E16}"/>
                    </a:ext>
                  </a:extLst>
                </p:cNvPr>
                <p:cNvGrpSpPr/>
                <p:nvPr userDrawn="1"/>
              </p:nvGrpSpPr>
              <p:grpSpPr>
                <a:xfrm>
                  <a:off x="-3257052" y="3032066"/>
                  <a:ext cx="182309" cy="163794"/>
                  <a:chOff x="12832541" y="3162395"/>
                  <a:chExt cx="219532" cy="197236"/>
                </a:xfrm>
              </p:grpSpPr>
              <p:sp>
                <p:nvSpPr>
                  <p:cNvPr id="108" name="Rechthoek 107">
                    <a:extLst>
                      <a:ext uri="{FF2B5EF4-FFF2-40B4-BE49-F238E27FC236}">
                        <a16:creationId xmlns:a16="http://schemas.microsoft.com/office/drawing/2014/main" id="{E4F2361C-800F-4043-B685-5E5E2839E752}"/>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09" name="Rechthoek 108">
                    <a:extLst>
                      <a:ext uri="{FF2B5EF4-FFF2-40B4-BE49-F238E27FC236}">
                        <a16:creationId xmlns:a16="http://schemas.microsoft.com/office/drawing/2014/main" id="{7C1D604B-8717-4444-BA02-159FF7259CBA}"/>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10" name="Rechthoek 109">
                    <a:extLst>
                      <a:ext uri="{FF2B5EF4-FFF2-40B4-BE49-F238E27FC236}">
                        <a16:creationId xmlns:a16="http://schemas.microsoft.com/office/drawing/2014/main" id="{A94DEC2D-A39B-4807-A843-F6BBCAFBDA4B}"/>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grpSp>
              <p:nvGrpSpPr>
                <p:cNvPr id="104" name="Groep 103">
                  <a:extLst>
                    <a:ext uri="{FF2B5EF4-FFF2-40B4-BE49-F238E27FC236}">
                      <a16:creationId xmlns:a16="http://schemas.microsoft.com/office/drawing/2014/main" id="{0405581F-2C5D-4519-8DC1-F4BBA2BE08F4}"/>
                    </a:ext>
                  </a:extLst>
                </p:cNvPr>
                <p:cNvGrpSpPr/>
                <p:nvPr userDrawn="1"/>
              </p:nvGrpSpPr>
              <p:grpSpPr>
                <a:xfrm>
                  <a:off x="-3257053" y="3276580"/>
                  <a:ext cx="182309" cy="163794"/>
                  <a:chOff x="12832541" y="3162395"/>
                  <a:chExt cx="219532" cy="197236"/>
                </a:xfrm>
              </p:grpSpPr>
              <p:sp>
                <p:nvSpPr>
                  <p:cNvPr id="105" name="Rechthoek 104">
                    <a:extLst>
                      <a:ext uri="{FF2B5EF4-FFF2-40B4-BE49-F238E27FC236}">
                        <a16:creationId xmlns:a16="http://schemas.microsoft.com/office/drawing/2014/main" id="{C2C5D3F2-DE8E-40A9-AEB6-D75984A4245C}"/>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06" name="Rechthoek 105">
                    <a:extLst>
                      <a:ext uri="{FF2B5EF4-FFF2-40B4-BE49-F238E27FC236}">
                        <a16:creationId xmlns:a16="http://schemas.microsoft.com/office/drawing/2014/main" id="{0B3A8071-0689-4E2E-B6F8-391DD09FE0A3}"/>
                      </a:ext>
                    </a:extLst>
                  </p:cNvPr>
                  <p:cNvSpPr/>
                  <p:nvPr userDrawn="1"/>
                </p:nvSpPr>
                <p:spPr>
                  <a:xfrm>
                    <a:off x="12832541" y="3162395"/>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07" name="Rechthoek 106">
                    <a:extLst>
                      <a:ext uri="{FF2B5EF4-FFF2-40B4-BE49-F238E27FC236}">
                        <a16:creationId xmlns:a16="http://schemas.microsoft.com/office/drawing/2014/main" id="{21CF1812-4D77-42B8-B062-B90287D9C2DF}"/>
                      </a:ext>
                    </a:extLst>
                  </p:cNvPr>
                  <p:cNvSpPr/>
                  <p:nvPr userDrawn="1"/>
                </p:nvSpPr>
                <p:spPr>
                  <a:xfrm>
                    <a:off x="12970586" y="3278144"/>
                    <a:ext cx="81487" cy="81487"/>
                  </a:xfrm>
                  <a:prstGeom prst="rect">
                    <a:avLst/>
                  </a:prstGeom>
                  <a:solidFill>
                    <a:schemeClr val="bg1"/>
                  </a:solidFill>
                  <a:ln w="12700">
                    <a:solidFill>
                      <a:srgbClr val="8484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grpSp>
          <p:grpSp>
            <p:nvGrpSpPr>
              <p:cNvPr id="94" name="ICOON_info">
                <a:extLst>
                  <a:ext uri="{FF2B5EF4-FFF2-40B4-BE49-F238E27FC236}">
                    <a16:creationId xmlns:a16="http://schemas.microsoft.com/office/drawing/2014/main" id="{7EBDBCD7-A054-4E7A-AE68-4CCB303CC075}"/>
                  </a:ext>
                </a:extLst>
              </p:cNvPr>
              <p:cNvGrpSpPr/>
              <p:nvPr userDrawn="1"/>
            </p:nvGrpSpPr>
            <p:grpSpPr>
              <a:xfrm>
                <a:off x="-376736" y="5498637"/>
                <a:ext cx="283685" cy="283685"/>
                <a:chOff x="-510741" y="5913713"/>
                <a:chExt cx="267555" cy="267555"/>
              </a:xfrm>
            </p:grpSpPr>
            <p:sp>
              <p:nvSpPr>
                <p:cNvPr id="95" name="Ovaal 94">
                  <a:extLst>
                    <a:ext uri="{FF2B5EF4-FFF2-40B4-BE49-F238E27FC236}">
                      <a16:creationId xmlns:a16="http://schemas.microsoft.com/office/drawing/2014/main" id="{5B924EAA-2BFA-41B9-857D-1964FFF7C62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96" name="Graphic 163" descr="Informatie">
                  <a:extLst>
                    <a:ext uri="{FF2B5EF4-FFF2-40B4-BE49-F238E27FC236}">
                      <a16:creationId xmlns:a16="http://schemas.microsoft.com/office/drawing/2014/main" id="{BD3A4D96-FA49-46F3-AF26-449B1A243368}"/>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425274062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x IMAGES + TIT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5"/>
            <a:ext cx="11160125" cy="877888"/>
          </a:xfrm>
        </p:spPr>
        <p:txBody>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8" name="Rechthoek: afgeronde hoeken 7">
            <a:extLst>
              <a:ext uri="{FF2B5EF4-FFF2-40B4-BE49-F238E27FC236}">
                <a16:creationId xmlns:a16="http://schemas.microsoft.com/office/drawing/2014/main" id="{BFB955E8-A081-433B-9631-83553073A6FB}"/>
              </a:ext>
            </a:extLst>
          </p:cNvPr>
          <p:cNvSpPr/>
          <p:nvPr userDrawn="1"/>
        </p:nvSpPr>
        <p:spPr>
          <a:xfrm>
            <a:off x="0" y="-429492"/>
            <a:ext cx="2966389"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a:solidFill>
                  <a:schemeClr val="accent2"/>
                </a:solidFill>
                <a:latin typeface="+mj-lt"/>
              </a:rPr>
              <a:t>2x images + </a:t>
            </a:r>
            <a:r>
              <a:rPr lang="nl-NL" sz="2400" b="1" cap="all" baseline="0" noProof="0" err="1">
                <a:solidFill>
                  <a:schemeClr val="accent2"/>
                </a:solidFill>
                <a:latin typeface="+mj-lt"/>
              </a:rPr>
              <a:t>title</a:t>
            </a:r>
            <a:endParaRPr lang="nl-NL" sz="2400" b="1" cap="all" baseline="0" noProof="0">
              <a:solidFill>
                <a:schemeClr val="accent2"/>
              </a:solidFill>
              <a:latin typeface="+mj-lt"/>
            </a:endParaRPr>
          </a:p>
        </p:txBody>
      </p:sp>
      <p:sp>
        <p:nvSpPr>
          <p:cNvPr id="13" name="Tijdelijke aanduiding voor afbeelding 16">
            <a:extLst>
              <a:ext uri="{FF2B5EF4-FFF2-40B4-BE49-F238E27FC236}">
                <a16:creationId xmlns:a16="http://schemas.microsoft.com/office/drawing/2014/main" id="{07987DB0-D3F2-4F97-A9CD-E66B3D902705}"/>
              </a:ext>
            </a:extLst>
          </p:cNvPr>
          <p:cNvSpPr>
            <a:spLocks noGrp="1"/>
          </p:cNvSpPr>
          <p:nvPr>
            <p:ph type="pic" sz="quarter" idx="16"/>
          </p:nvPr>
        </p:nvSpPr>
        <p:spPr>
          <a:xfrm>
            <a:off x="6276062" y="1760574"/>
            <a:ext cx="5400000" cy="4579901"/>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14" name="Tijdelijke aanduiding voor afbeelding 16">
            <a:extLst>
              <a:ext uri="{FF2B5EF4-FFF2-40B4-BE49-F238E27FC236}">
                <a16:creationId xmlns:a16="http://schemas.microsoft.com/office/drawing/2014/main" id="{C49090C3-74B0-4B99-A5B0-00B9DBE531C0}"/>
              </a:ext>
            </a:extLst>
          </p:cNvPr>
          <p:cNvSpPr>
            <a:spLocks noGrp="1"/>
          </p:cNvSpPr>
          <p:nvPr>
            <p:ph type="pic" sz="quarter" idx="17"/>
          </p:nvPr>
        </p:nvSpPr>
        <p:spPr>
          <a:xfrm>
            <a:off x="515937" y="1760574"/>
            <a:ext cx="5400000" cy="4579901"/>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grpSp>
        <p:nvGrpSpPr>
          <p:cNvPr id="11" name="INSTRUCTIE">
            <a:extLst>
              <a:ext uri="{FF2B5EF4-FFF2-40B4-BE49-F238E27FC236}">
                <a16:creationId xmlns:a16="http://schemas.microsoft.com/office/drawing/2014/main" id="{81221B75-809F-405A-AB5F-EEDFD508AF17}"/>
              </a:ext>
            </a:extLst>
          </p:cNvPr>
          <p:cNvGrpSpPr/>
          <p:nvPr userDrawn="1"/>
        </p:nvGrpSpPr>
        <p:grpSpPr>
          <a:xfrm>
            <a:off x="-3786437" y="0"/>
            <a:ext cx="3693386" cy="5270646"/>
            <a:chOff x="-3786437" y="0"/>
            <a:chExt cx="3693386" cy="5270646"/>
          </a:xfrm>
        </p:grpSpPr>
        <p:sp>
          <p:nvSpPr>
            <p:cNvPr id="12" name="Rechthoek 11">
              <a:extLst>
                <a:ext uri="{FF2B5EF4-FFF2-40B4-BE49-F238E27FC236}">
                  <a16:creationId xmlns:a16="http://schemas.microsoft.com/office/drawing/2014/main" id="{2A0F20E5-E9C3-4876-BD10-405568606319}"/>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sp>
          <p:nvSpPr>
            <p:cNvPr id="15" name="Rechthoek 14">
              <a:extLst>
                <a:ext uri="{FF2B5EF4-FFF2-40B4-BE49-F238E27FC236}">
                  <a16:creationId xmlns:a16="http://schemas.microsoft.com/office/drawing/2014/main" id="{F4811793-36E3-4D37-A45E-165304BE1F72}"/>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Afbeelding invoegen/opmaken</a:t>
              </a:r>
            </a:p>
          </p:txBody>
        </p:sp>
        <p:sp>
          <p:nvSpPr>
            <p:cNvPr id="16" name="Ovaal 15">
              <a:extLst>
                <a:ext uri="{FF2B5EF4-FFF2-40B4-BE49-F238E27FC236}">
                  <a16:creationId xmlns:a16="http://schemas.microsoft.com/office/drawing/2014/main" id="{80BF1722-8986-4DBB-9208-5F7CFF4D1FEB}"/>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7" name="Rechthoek 16">
              <a:extLst>
                <a:ext uri="{FF2B5EF4-FFF2-40B4-BE49-F238E27FC236}">
                  <a16:creationId xmlns:a16="http://schemas.microsoft.com/office/drawing/2014/main" id="{5E4DEA0B-D2F7-4ED3-BF30-E5814B6ACF1B}"/>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8" name="Groep 17">
              <a:extLst>
                <a:ext uri="{FF2B5EF4-FFF2-40B4-BE49-F238E27FC236}">
                  <a16:creationId xmlns:a16="http://schemas.microsoft.com/office/drawing/2014/main" id="{DA4D3AAE-3AD6-48C3-849A-68C70438F4DA}"/>
                </a:ext>
              </a:extLst>
            </p:cNvPr>
            <p:cNvGrpSpPr/>
            <p:nvPr userDrawn="1"/>
          </p:nvGrpSpPr>
          <p:grpSpPr>
            <a:xfrm>
              <a:off x="-3316179" y="1231351"/>
              <a:ext cx="294789" cy="318834"/>
              <a:chOff x="14466489" y="1001522"/>
              <a:chExt cx="290627" cy="314333"/>
            </a:xfrm>
          </p:grpSpPr>
          <p:sp>
            <p:nvSpPr>
              <p:cNvPr id="47" name="Rechthoek 46">
                <a:extLst>
                  <a:ext uri="{FF2B5EF4-FFF2-40B4-BE49-F238E27FC236}">
                    <a16:creationId xmlns:a16="http://schemas.microsoft.com/office/drawing/2014/main" id="{69900D6B-D247-4D7B-AC67-AD9DE6A195F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48" name="Ovaal 47">
                <a:extLst>
                  <a:ext uri="{FF2B5EF4-FFF2-40B4-BE49-F238E27FC236}">
                    <a16:creationId xmlns:a16="http://schemas.microsoft.com/office/drawing/2014/main" id="{1AE0EB41-22C3-4846-804D-7CC707A0AEB8}"/>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49" name="Vrije vorm: vorm 48">
                <a:extLst>
                  <a:ext uri="{FF2B5EF4-FFF2-40B4-BE49-F238E27FC236}">
                    <a16:creationId xmlns:a16="http://schemas.microsoft.com/office/drawing/2014/main" id="{2658B829-3D1D-4994-8FAC-460B64316596}"/>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50" name="Rechthoek: afgeronde hoeken 49">
                <a:extLst>
                  <a:ext uri="{FF2B5EF4-FFF2-40B4-BE49-F238E27FC236}">
                    <a16:creationId xmlns:a16="http://schemas.microsoft.com/office/drawing/2014/main" id="{C968A917-5693-46F2-BCB3-429C83FEBACD}"/>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cxnSp>
            <p:nvCxnSpPr>
              <p:cNvPr id="51" name="Rechte verbindingslijn 50">
                <a:extLst>
                  <a:ext uri="{FF2B5EF4-FFF2-40B4-BE49-F238E27FC236}">
                    <a16:creationId xmlns:a16="http://schemas.microsoft.com/office/drawing/2014/main" id="{F25890DF-8A2A-448D-9FD1-CE59BC339C44}"/>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52" name="Rechte verbindingslijn 51">
                <a:extLst>
                  <a:ext uri="{FF2B5EF4-FFF2-40B4-BE49-F238E27FC236}">
                    <a16:creationId xmlns:a16="http://schemas.microsoft.com/office/drawing/2014/main" id="{57376660-21C6-42D0-9854-38149697BB06}"/>
                  </a:ext>
                </a:extLst>
              </p:cNvPr>
              <p:cNvCxnSpPr>
                <a:cxnSpLocks/>
                <a:stCxn id="50"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9" name="Ovaal 18">
              <a:extLst>
                <a:ext uri="{FF2B5EF4-FFF2-40B4-BE49-F238E27FC236}">
                  <a16:creationId xmlns:a16="http://schemas.microsoft.com/office/drawing/2014/main" id="{98E2E392-5A83-49CB-9C70-65C0438FFA97}"/>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0" name="Rechthoek 19">
              <a:extLst>
                <a:ext uri="{FF2B5EF4-FFF2-40B4-BE49-F238E27FC236}">
                  <a16:creationId xmlns:a16="http://schemas.microsoft.com/office/drawing/2014/main" id="{04703E02-A835-47B8-8DAD-C823E7F3824C}"/>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21" name="Groep 20">
              <a:extLst>
                <a:ext uri="{FF2B5EF4-FFF2-40B4-BE49-F238E27FC236}">
                  <a16:creationId xmlns:a16="http://schemas.microsoft.com/office/drawing/2014/main" id="{E5E35800-4083-410E-9103-E537945BBD19}"/>
                </a:ext>
              </a:extLst>
            </p:cNvPr>
            <p:cNvGrpSpPr/>
            <p:nvPr userDrawn="1"/>
          </p:nvGrpSpPr>
          <p:grpSpPr>
            <a:xfrm>
              <a:off x="-3311319" y="2164285"/>
              <a:ext cx="825500" cy="209550"/>
              <a:chOff x="13504624" y="2482850"/>
              <a:chExt cx="825500" cy="209550"/>
            </a:xfrm>
          </p:grpSpPr>
          <p:sp>
            <p:nvSpPr>
              <p:cNvPr id="44" name="Rechthoek 43">
                <a:extLst>
                  <a:ext uri="{FF2B5EF4-FFF2-40B4-BE49-F238E27FC236}">
                    <a16:creationId xmlns:a16="http://schemas.microsoft.com/office/drawing/2014/main" id="{CE711FD9-6503-409F-BF2B-A5BE79F312F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45" name="Rechte verbindingslijn 44">
                <a:extLst>
                  <a:ext uri="{FF2B5EF4-FFF2-40B4-BE49-F238E27FC236}">
                    <a16:creationId xmlns:a16="http://schemas.microsoft.com/office/drawing/2014/main" id="{EFE75007-8B5E-46D9-B4BA-18B2300F2B6B}"/>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6" name="Gelijkbenige driehoek 45">
                <a:extLst>
                  <a:ext uri="{FF2B5EF4-FFF2-40B4-BE49-F238E27FC236}">
                    <a16:creationId xmlns:a16="http://schemas.microsoft.com/office/drawing/2014/main" id="{C785BCD0-89C3-4FE5-8128-BBC6896132E4}"/>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sp>
          <p:nvSpPr>
            <p:cNvPr id="22" name="Ovaal 21">
              <a:extLst>
                <a:ext uri="{FF2B5EF4-FFF2-40B4-BE49-F238E27FC236}">
                  <a16:creationId xmlns:a16="http://schemas.microsoft.com/office/drawing/2014/main" id="{AADA5504-C5A6-4B6E-AC8E-6E2FC496165B}"/>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3" name="Rechthoek 22">
              <a:extLst>
                <a:ext uri="{FF2B5EF4-FFF2-40B4-BE49-F238E27FC236}">
                  <a16:creationId xmlns:a16="http://schemas.microsoft.com/office/drawing/2014/main" id="{1116932B-DDA7-4975-B1DC-A07C7BB43492}"/>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24" name="Groep 23">
              <a:extLst>
                <a:ext uri="{FF2B5EF4-FFF2-40B4-BE49-F238E27FC236}">
                  <a16:creationId xmlns:a16="http://schemas.microsoft.com/office/drawing/2014/main" id="{0B11423A-7214-45A4-8A73-7869BCDA56C2}"/>
                </a:ext>
              </a:extLst>
            </p:cNvPr>
            <p:cNvGrpSpPr/>
            <p:nvPr userDrawn="1"/>
          </p:nvGrpSpPr>
          <p:grpSpPr>
            <a:xfrm>
              <a:off x="-3408294" y="3643742"/>
              <a:ext cx="622283" cy="612920"/>
              <a:chOff x="12617641" y="3403239"/>
              <a:chExt cx="752963" cy="741634"/>
            </a:xfrm>
          </p:grpSpPr>
          <p:grpSp>
            <p:nvGrpSpPr>
              <p:cNvPr id="28" name="Groep 27">
                <a:extLst>
                  <a:ext uri="{FF2B5EF4-FFF2-40B4-BE49-F238E27FC236}">
                    <a16:creationId xmlns:a16="http://schemas.microsoft.com/office/drawing/2014/main" id="{19B03FE0-7AC9-49C4-9041-99E353DC9AA4}"/>
                  </a:ext>
                </a:extLst>
              </p:cNvPr>
              <p:cNvGrpSpPr/>
              <p:nvPr userDrawn="1"/>
            </p:nvGrpSpPr>
            <p:grpSpPr>
              <a:xfrm>
                <a:off x="12771530" y="3403239"/>
                <a:ext cx="467176" cy="448491"/>
                <a:chOff x="12782157" y="3403239"/>
                <a:chExt cx="467176" cy="448491"/>
              </a:xfrm>
            </p:grpSpPr>
            <p:grpSp>
              <p:nvGrpSpPr>
                <p:cNvPr id="31" name="Groep 30">
                  <a:extLst>
                    <a:ext uri="{FF2B5EF4-FFF2-40B4-BE49-F238E27FC236}">
                      <a16:creationId xmlns:a16="http://schemas.microsoft.com/office/drawing/2014/main" id="{03DA04B3-0C0E-41BA-8AFF-82766E430DA1}"/>
                    </a:ext>
                  </a:extLst>
                </p:cNvPr>
                <p:cNvGrpSpPr/>
                <p:nvPr userDrawn="1"/>
              </p:nvGrpSpPr>
              <p:grpSpPr>
                <a:xfrm>
                  <a:off x="12782157" y="3403239"/>
                  <a:ext cx="412976" cy="396132"/>
                  <a:chOff x="13554906" y="3320109"/>
                  <a:chExt cx="443917" cy="425811"/>
                </a:xfrm>
              </p:grpSpPr>
              <p:grpSp>
                <p:nvGrpSpPr>
                  <p:cNvPr id="38" name="Groep 37">
                    <a:extLst>
                      <a:ext uri="{FF2B5EF4-FFF2-40B4-BE49-F238E27FC236}">
                        <a16:creationId xmlns:a16="http://schemas.microsoft.com/office/drawing/2014/main" id="{382D138C-B14A-49A6-9B8A-1EF8FB3D6C14}"/>
                      </a:ext>
                    </a:extLst>
                  </p:cNvPr>
                  <p:cNvGrpSpPr/>
                  <p:nvPr userDrawn="1"/>
                </p:nvGrpSpPr>
                <p:grpSpPr>
                  <a:xfrm>
                    <a:off x="13554906" y="3320109"/>
                    <a:ext cx="443917" cy="425811"/>
                    <a:chOff x="12909684" y="1276143"/>
                    <a:chExt cx="443917" cy="425811"/>
                  </a:xfrm>
                </p:grpSpPr>
                <p:sp>
                  <p:nvSpPr>
                    <p:cNvPr id="41" name="Rechthoek 40">
                      <a:extLst>
                        <a:ext uri="{FF2B5EF4-FFF2-40B4-BE49-F238E27FC236}">
                          <a16:creationId xmlns:a16="http://schemas.microsoft.com/office/drawing/2014/main" id="{30197285-EC6C-469C-9E63-19EDB83268A3}"/>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42" name="Rechthoek 41">
                      <a:extLst>
                        <a:ext uri="{FF2B5EF4-FFF2-40B4-BE49-F238E27FC236}">
                          <a16:creationId xmlns:a16="http://schemas.microsoft.com/office/drawing/2014/main" id="{119B6BF3-E3AB-47A8-88C3-4785B98725C3}"/>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43" name="Ovaal 42">
                      <a:extLst>
                        <a:ext uri="{FF2B5EF4-FFF2-40B4-BE49-F238E27FC236}">
                          <a16:creationId xmlns:a16="http://schemas.microsoft.com/office/drawing/2014/main" id="{905A254C-A5EC-4C93-9200-CBA38DAB0D6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pic>
                <p:nvPicPr>
                  <p:cNvPr id="39" name="Afbeelding 38">
                    <a:extLst>
                      <a:ext uri="{FF2B5EF4-FFF2-40B4-BE49-F238E27FC236}">
                        <a16:creationId xmlns:a16="http://schemas.microsoft.com/office/drawing/2014/main" id="{754B8A2A-082B-4A3B-BCEE-3828D3391F75}"/>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0" name="Afbeelding 39">
                    <a:extLst>
                      <a:ext uri="{FF2B5EF4-FFF2-40B4-BE49-F238E27FC236}">
                        <a16:creationId xmlns:a16="http://schemas.microsoft.com/office/drawing/2014/main" id="{70A27AC6-A9CD-4EBD-A47A-CD3A9B923774}"/>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2" name="Groep 31">
                  <a:extLst>
                    <a:ext uri="{FF2B5EF4-FFF2-40B4-BE49-F238E27FC236}">
                      <a16:creationId xmlns:a16="http://schemas.microsoft.com/office/drawing/2014/main" id="{FD3AA6F7-9033-459B-AC99-A6B9F957F157}"/>
                    </a:ext>
                  </a:extLst>
                </p:cNvPr>
                <p:cNvGrpSpPr/>
                <p:nvPr userDrawn="1"/>
              </p:nvGrpSpPr>
              <p:grpSpPr>
                <a:xfrm>
                  <a:off x="13103513" y="3705268"/>
                  <a:ext cx="145820" cy="146462"/>
                  <a:chOff x="13096169" y="3602278"/>
                  <a:chExt cx="145820" cy="146462"/>
                </a:xfrm>
              </p:grpSpPr>
              <p:sp>
                <p:nvSpPr>
                  <p:cNvPr id="36" name="Rechthoek 35">
                    <a:extLst>
                      <a:ext uri="{FF2B5EF4-FFF2-40B4-BE49-F238E27FC236}">
                        <a16:creationId xmlns:a16="http://schemas.microsoft.com/office/drawing/2014/main" id="{F90FE05A-EA4E-463E-9DD9-B107E84274D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37" name="Rechthoek 36">
                    <a:extLst>
                      <a:ext uri="{FF2B5EF4-FFF2-40B4-BE49-F238E27FC236}">
                        <a16:creationId xmlns:a16="http://schemas.microsoft.com/office/drawing/2014/main" id="{018F30BE-B292-48C3-92FE-A7965CB50205}"/>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33" name="Groep 32">
                  <a:extLst>
                    <a:ext uri="{FF2B5EF4-FFF2-40B4-BE49-F238E27FC236}">
                      <a16:creationId xmlns:a16="http://schemas.microsoft.com/office/drawing/2014/main" id="{5680F1E2-3C4F-43FE-A019-CAEBACA24637}"/>
                    </a:ext>
                  </a:extLst>
                </p:cNvPr>
                <p:cNvGrpSpPr/>
                <p:nvPr userDrawn="1"/>
              </p:nvGrpSpPr>
              <p:grpSpPr>
                <a:xfrm rot="10800000">
                  <a:off x="13061402" y="3665637"/>
                  <a:ext cx="145820" cy="146462"/>
                  <a:chOff x="13096169" y="3602278"/>
                  <a:chExt cx="145820" cy="146462"/>
                </a:xfrm>
              </p:grpSpPr>
              <p:sp>
                <p:nvSpPr>
                  <p:cNvPr id="34" name="Rechthoek 33">
                    <a:extLst>
                      <a:ext uri="{FF2B5EF4-FFF2-40B4-BE49-F238E27FC236}">
                        <a16:creationId xmlns:a16="http://schemas.microsoft.com/office/drawing/2014/main" id="{C2EB2B0A-862D-4BBA-B64C-753D39212D52}"/>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35" name="Rechthoek 34">
                    <a:extLst>
                      <a:ext uri="{FF2B5EF4-FFF2-40B4-BE49-F238E27FC236}">
                        <a16:creationId xmlns:a16="http://schemas.microsoft.com/office/drawing/2014/main" id="{E25142C1-E7E5-4F5B-815D-39EE2B6F39AD}"/>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29" name="Rechthoek 28">
                <a:extLst>
                  <a:ext uri="{FF2B5EF4-FFF2-40B4-BE49-F238E27FC236}">
                    <a16:creationId xmlns:a16="http://schemas.microsoft.com/office/drawing/2014/main" id="{083B5F0A-70FD-4494-BA6A-39E9B35467C7}"/>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Bijsnijden</a:t>
                </a:r>
              </a:p>
            </p:txBody>
          </p:sp>
          <p:sp>
            <p:nvSpPr>
              <p:cNvPr id="30" name="Gelijkbenige driehoek 29">
                <a:extLst>
                  <a:ext uri="{FF2B5EF4-FFF2-40B4-BE49-F238E27FC236}">
                    <a16:creationId xmlns:a16="http://schemas.microsoft.com/office/drawing/2014/main" id="{52443F26-36F1-470F-A9DB-56BB024FDB6F}"/>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25" name="ICOON_info">
              <a:extLst>
                <a:ext uri="{FF2B5EF4-FFF2-40B4-BE49-F238E27FC236}">
                  <a16:creationId xmlns:a16="http://schemas.microsoft.com/office/drawing/2014/main" id="{4C1764D2-9681-40E0-A2A5-E08A32937002}"/>
                </a:ext>
              </a:extLst>
            </p:cNvPr>
            <p:cNvGrpSpPr/>
            <p:nvPr userDrawn="1"/>
          </p:nvGrpSpPr>
          <p:grpSpPr>
            <a:xfrm>
              <a:off x="-376736" y="4271597"/>
              <a:ext cx="283685" cy="283685"/>
              <a:chOff x="-510741" y="5913713"/>
              <a:chExt cx="267555" cy="267555"/>
            </a:xfrm>
          </p:grpSpPr>
          <p:sp>
            <p:nvSpPr>
              <p:cNvPr id="26" name="Ovaal 25">
                <a:extLst>
                  <a:ext uri="{FF2B5EF4-FFF2-40B4-BE49-F238E27FC236}">
                    <a16:creationId xmlns:a16="http://schemas.microsoft.com/office/drawing/2014/main" id="{83981862-70B3-4FB1-AA8C-413535ED38C9}"/>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27" name="Graphic 163" descr="Informatie">
                <a:extLst>
                  <a:ext uri="{FF2B5EF4-FFF2-40B4-BE49-F238E27FC236}">
                    <a16:creationId xmlns:a16="http://schemas.microsoft.com/office/drawing/2014/main" id="{71147A26-DEAE-4289-9C7E-B2A4A3CEE74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304199216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x IMAGES + TIT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5"/>
            <a:ext cx="11160125" cy="877888"/>
          </a:xfrm>
        </p:spPr>
        <p:txBody>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8" name="Rechthoek: afgeronde hoeken 7">
            <a:extLst>
              <a:ext uri="{FF2B5EF4-FFF2-40B4-BE49-F238E27FC236}">
                <a16:creationId xmlns:a16="http://schemas.microsoft.com/office/drawing/2014/main" id="{BFB955E8-A081-433B-9631-83553073A6FB}"/>
              </a:ext>
            </a:extLst>
          </p:cNvPr>
          <p:cNvSpPr/>
          <p:nvPr userDrawn="1"/>
        </p:nvSpPr>
        <p:spPr>
          <a:xfrm>
            <a:off x="0" y="-429492"/>
            <a:ext cx="2966389"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a:solidFill>
                  <a:schemeClr val="accent2"/>
                </a:solidFill>
                <a:latin typeface="+mj-lt"/>
              </a:rPr>
              <a:t>3x images + </a:t>
            </a:r>
            <a:r>
              <a:rPr lang="nl-NL" sz="2400" b="1" cap="all" baseline="0" noProof="0" err="1">
                <a:solidFill>
                  <a:schemeClr val="accent2"/>
                </a:solidFill>
                <a:latin typeface="+mj-lt"/>
              </a:rPr>
              <a:t>title</a:t>
            </a:r>
            <a:endParaRPr lang="nl-NL" sz="2400" b="1" cap="all" baseline="0" noProof="0">
              <a:solidFill>
                <a:schemeClr val="accent2"/>
              </a:solidFill>
              <a:latin typeface="+mj-lt"/>
            </a:endParaRPr>
          </a:p>
        </p:txBody>
      </p:sp>
      <p:sp>
        <p:nvSpPr>
          <p:cNvPr id="15" name="Tijdelijke aanduiding voor afbeelding 16">
            <a:extLst>
              <a:ext uri="{FF2B5EF4-FFF2-40B4-BE49-F238E27FC236}">
                <a16:creationId xmlns:a16="http://schemas.microsoft.com/office/drawing/2014/main" id="{89D56B36-D765-411E-9916-8D83193BFE7E}"/>
              </a:ext>
            </a:extLst>
          </p:cNvPr>
          <p:cNvSpPr>
            <a:spLocks noGrp="1"/>
          </p:cNvSpPr>
          <p:nvPr>
            <p:ph type="pic" sz="quarter" idx="17"/>
          </p:nvPr>
        </p:nvSpPr>
        <p:spPr>
          <a:xfrm>
            <a:off x="515938" y="1754227"/>
            <a:ext cx="3509962" cy="4586248"/>
          </a:xfrm>
          <a:solidFill>
            <a:schemeClr val="bg1">
              <a:lumMod val="95000"/>
            </a:schemeClr>
          </a:solidFill>
        </p:spPr>
        <p:txBody>
          <a:bodyPr lIns="360000" tIns="0" rIns="360000" bIns="1080000" anchor="ctr" anchorCtr="0"/>
          <a:lstStyle>
            <a:lvl1pPr marL="0" indent="0" algn="ctr">
              <a:spcBef>
                <a:spcPts val="0"/>
              </a:spcBef>
              <a:spcAft>
                <a:spcPts val="0"/>
              </a:spcAft>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a:p>
            <a:endParaRPr lang="nl-NL"/>
          </a:p>
        </p:txBody>
      </p:sp>
      <p:sp>
        <p:nvSpPr>
          <p:cNvPr id="16" name="Tijdelijke aanduiding voor afbeelding 16">
            <a:extLst>
              <a:ext uri="{FF2B5EF4-FFF2-40B4-BE49-F238E27FC236}">
                <a16:creationId xmlns:a16="http://schemas.microsoft.com/office/drawing/2014/main" id="{161619E9-1A2B-454F-B005-46994466C9A6}"/>
              </a:ext>
            </a:extLst>
          </p:cNvPr>
          <p:cNvSpPr>
            <a:spLocks noGrp="1"/>
          </p:cNvSpPr>
          <p:nvPr>
            <p:ph type="pic" sz="quarter" idx="18"/>
          </p:nvPr>
        </p:nvSpPr>
        <p:spPr>
          <a:xfrm>
            <a:off x="4341018" y="1754227"/>
            <a:ext cx="3509962" cy="4586248"/>
          </a:xfrm>
          <a:solidFill>
            <a:schemeClr val="bg1">
              <a:lumMod val="95000"/>
            </a:schemeClr>
          </a:solidFill>
        </p:spPr>
        <p:txBody>
          <a:bodyPr lIns="360000" tIns="0" rIns="360000" bIns="1080000" anchor="ctr" anchorCtr="0"/>
          <a:lstStyle>
            <a:lvl1pPr marL="0" indent="0" algn="ctr">
              <a:spcBef>
                <a:spcPts val="0"/>
              </a:spcBef>
              <a:spcAft>
                <a:spcPts val="0"/>
              </a:spcAft>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a:p>
            <a:endParaRPr lang="nl-NL"/>
          </a:p>
        </p:txBody>
      </p:sp>
      <p:sp>
        <p:nvSpPr>
          <p:cNvPr id="17" name="Tijdelijke aanduiding voor afbeelding 16">
            <a:extLst>
              <a:ext uri="{FF2B5EF4-FFF2-40B4-BE49-F238E27FC236}">
                <a16:creationId xmlns:a16="http://schemas.microsoft.com/office/drawing/2014/main" id="{28ED2DC4-E3C2-4662-88E8-0880574424C2}"/>
              </a:ext>
            </a:extLst>
          </p:cNvPr>
          <p:cNvSpPr>
            <a:spLocks noGrp="1"/>
          </p:cNvSpPr>
          <p:nvPr>
            <p:ph type="pic" sz="quarter" idx="19"/>
          </p:nvPr>
        </p:nvSpPr>
        <p:spPr>
          <a:xfrm>
            <a:off x="8166101" y="1754227"/>
            <a:ext cx="3509962" cy="4586248"/>
          </a:xfrm>
          <a:solidFill>
            <a:schemeClr val="bg1">
              <a:lumMod val="95000"/>
            </a:schemeClr>
          </a:solidFill>
        </p:spPr>
        <p:txBody>
          <a:bodyPr lIns="360000" tIns="0" rIns="360000" bIns="1080000" anchor="ctr" anchorCtr="0"/>
          <a:lstStyle>
            <a:lvl1pPr marL="0" indent="0" algn="ctr">
              <a:spcBef>
                <a:spcPts val="0"/>
              </a:spcBef>
              <a:spcAft>
                <a:spcPts val="0"/>
              </a:spcAft>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grpSp>
        <p:nvGrpSpPr>
          <p:cNvPr id="54" name="INSTRUCTIE">
            <a:extLst>
              <a:ext uri="{FF2B5EF4-FFF2-40B4-BE49-F238E27FC236}">
                <a16:creationId xmlns:a16="http://schemas.microsoft.com/office/drawing/2014/main" id="{ED293C6E-5F97-40C6-8D58-C001D4BF7522}"/>
              </a:ext>
            </a:extLst>
          </p:cNvPr>
          <p:cNvGrpSpPr/>
          <p:nvPr userDrawn="1"/>
        </p:nvGrpSpPr>
        <p:grpSpPr>
          <a:xfrm>
            <a:off x="-3786437" y="0"/>
            <a:ext cx="3693386" cy="5270646"/>
            <a:chOff x="-3786437" y="0"/>
            <a:chExt cx="3693386" cy="5270646"/>
          </a:xfrm>
        </p:grpSpPr>
        <p:sp>
          <p:nvSpPr>
            <p:cNvPr id="55" name="Rechthoek 54">
              <a:extLst>
                <a:ext uri="{FF2B5EF4-FFF2-40B4-BE49-F238E27FC236}">
                  <a16:creationId xmlns:a16="http://schemas.microsoft.com/office/drawing/2014/main" id="{A640C1A8-4E98-4325-B763-BFB4E320C4C0}"/>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sp>
          <p:nvSpPr>
            <p:cNvPr id="56" name="Rechthoek 55">
              <a:extLst>
                <a:ext uri="{FF2B5EF4-FFF2-40B4-BE49-F238E27FC236}">
                  <a16:creationId xmlns:a16="http://schemas.microsoft.com/office/drawing/2014/main" id="{F45270FC-EA12-4408-AFAE-B449D770D95E}"/>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Afbeelding invoegen/opmaken</a:t>
              </a:r>
            </a:p>
          </p:txBody>
        </p:sp>
        <p:sp>
          <p:nvSpPr>
            <p:cNvPr id="57" name="Ovaal 56">
              <a:extLst>
                <a:ext uri="{FF2B5EF4-FFF2-40B4-BE49-F238E27FC236}">
                  <a16:creationId xmlns:a16="http://schemas.microsoft.com/office/drawing/2014/main" id="{F4F7A986-7DD7-40CE-A0C3-2B62895EBCFC}"/>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58" name="Rechthoek 57">
              <a:extLst>
                <a:ext uri="{FF2B5EF4-FFF2-40B4-BE49-F238E27FC236}">
                  <a16:creationId xmlns:a16="http://schemas.microsoft.com/office/drawing/2014/main" id="{7B83CF78-7B6B-4AD5-9ED5-6CEDDB36C2F4}"/>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59" name="Groep 58">
              <a:extLst>
                <a:ext uri="{FF2B5EF4-FFF2-40B4-BE49-F238E27FC236}">
                  <a16:creationId xmlns:a16="http://schemas.microsoft.com/office/drawing/2014/main" id="{925F3821-A96F-44F9-82F8-9B1A16A0F11C}"/>
                </a:ext>
              </a:extLst>
            </p:cNvPr>
            <p:cNvGrpSpPr/>
            <p:nvPr userDrawn="1"/>
          </p:nvGrpSpPr>
          <p:grpSpPr>
            <a:xfrm>
              <a:off x="-3316179" y="1231351"/>
              <a:ext cx="294789" cy="318834"/>
              <a:chOff x="14466489" y="1001522"/>
              <a:chExt cx="290627" cy="314333"/>
            </a:xfrm>
          </p:grpSpPr>
          <p:sp>
            <p:nvSpPr>
              <p:cNvPr id="88" name="Rechthoek 87">
                <a:extLst>
                  <a:ext uri="{FF2B5EF4-FFF2-40B4-BE49-F238E27FC236}">
                    <a16:creationId xmlns:a16="http://schemas.microsoft.com/office/drawing/2014/main" id="{4CB42E74-3551-432E-AC46-09B4FB3CBF24}"/>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89" name="Ovaal 88">
                <a:extLst>
                  <a:ext uri="{FF2B5EF4-FFF2-40B4-BE49-F238E27FC236}">
                    <a16:creationId xmlns:a16="http://schemas.microsoft.com/office/drawing/2014/main" id="{4C4D6DCF-7507-4BF0-8D5F-B2A3E60E298F}"/>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90" name="Vrije vorm: vorm 89">
                <a:extLst>
                  <a:ext uri="{FF2B5EF4-FFF2-40B4-BE49-F238E27FC236}">
                    <a16:creationId xmlns:a16="http://schemas.microsoft.com/office/drawing/2014/main" id="{0999B41D-D55B-48D7-A4F7-2E8999DD4756}"/>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91" name="Rechthoek: afgeronde hoeken 90">
                <a:extLst>
                  <a:ext uri="{FF2B5EF4-FFF2-40B4-BE49-F238E27FC236}">
                    <a16:creationId xmlns:a16="http://schemas.microsoft.com/office/drawing/2014/main" id="{7F428687-14FE-42A2-A571-3933E4681DC0}"/>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cxnSp>
            <p:nvCxnSpPr>
              <p:cNvPr id="92" name="Rechte verbindingslijn 91">
                <a:extLst>
                  <a:ext uri="{FF2B5EF4-FFF2-40B4-BE49-F238E27FC236}">
                    <a16:creationId xmlns:a16="http://schemas.microsoft.com/office/drawing/2014/main" id="{BE3469AE-DD01-4978-AB9E-8304547EC155}"/>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93" name="Rechte verbindingslijn 92">
                <a:extLst>
                  <a:ext uri="{FF2B5EF4-FFF2-40B4-BE49-F238E27FC236}">
                    <a16:creationId xmlns:a16="http://schemas.microsoft.com/office/drawing/2014/main" id="{3213BB01-89B1-4072-9DB3-82FAC7731CA8}"/>
                  </a:ext>
                </a:extLst>
              </p:cNvPr>
              <p:cNvCxnSpPr>
                <a:cxnSpLocks/>
                <a:stCxn id="91"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60" name="Ovaal 59">
              <a:extLst>
                <a:ext uri="{FF2B5EF4-FFF2-40B4-BE49-F238E27FC236}">
                  <a16:creationId xmlns:a16="http://schemas.microsoft.com/office/drawing/2014/main" id="{27429EFB-D708-4B37-9A84-4E26791D05D6}"/>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61" name="Rechthoek 60">
              <a:extLst>
                <a:ext uri="{FF2B5EF4-FFF2-40B4-BE49-F238E27FC236}">
                  <a16:creationId xmlns:a16="http://schemas.microsoft.com/office/drawing/2014/main" id="{EAC6880B-33B4-49BF-82C6-0E3808E5C0A2}"/>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62" name="Groep 61">
              <a:extLst>
                <a:ext uri="{FF2B5EF4-FFF2-40B4-BE49-F238E27FC236}">
                  <a16:creationId xmlns:a16="http://schemas.microsoft.com/office/drawing/2014/main" id="{616D82D8-CAD3-4960-AEBC-6B0D977BD7D1}"/>
                </a:ext>
              </a:extLst>
            </p:cNvPr>
            <p:cNvGrpSpPr/>
            <p:nvPr userDrawn="1"/>
          </p:nvGrpSpPr>
          <p:grpSpPr>
            <a:xfrm>
              <a:off x="-3311319" y="2164285"/>
              <a:ext cx="825500" cy="209550"/>
              <a:chOff x="13504624" y="2482850"/>
              <a:chExt cx="825500" cy="209550"/>
            </a:xfrm>
          </p:grpSpPr>
          <p:sp>
            <p:nvSpPr>
              <p:cNvPr id="85" name="Rechthoek 84">
                <a:extLst>
                  <a:ext uri="{FF2B5EF4-FFF2-40B4-BE49-F238E27FC236}">
                    <a16:creationId xmlns:a16="http://schemas.microsoft.com/office/drawing/2014/main" id="{F4581A12-9812-4014-9CAF-CFF7F37AFD87}"/>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86" name="Rechte verbindingslijn 85">
                <a:extLst>
                  <a:ext uri="{FF2B5EF4-FFF2-40B4-BE49-F238E27FC236}">
                    <a16:creationId xmlns:a16="http://schemas.microsoft.com/office/drawing/2014/main" id="{1907E929-0653-4C56-BA94-38171F1C5E7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87" name="Gelijkbenige driehoek 86">
                <a:extLst>
                  <a:ext uri="{FF2B5EF4-FFF2-40B4-BE49-F238E27FC236}">
                    <a16:creationId xmlns:a16="http://schemas.microsoft.com/office/drawing/2014/main" id="{41814860-12CA-4588-B7C6-91483FE54B6E}"/>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sp>
          <p:nvSpPr>
            <p:cNvPr id="63" name="Ovaal 62">
              <a:extLst>
                <a:ext uri="{FF2B5EF4-FFF2-40B4-BE49-F238E27FC236}">
                  <a16:creationId xmlns:a16="http://schemas.microsoft.com/office/drawing/2014/main" id="{68165EC7-3F1C-44A3-85CB-8B0AD0574987}"/>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64" name="Rechthoek 63">
              <a:extLst>
                <a:ext uri="{FF2B5EF4-FFF2-40B4-BE49-F238E27FC236}">
                  <a16:creationId xmlns:a16="http://schemas.microsoft.com/office/drawing/2014/main" id="{99F8F4AE-67B7-41FA-B802-3FA3115C27D0}"/>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65" name="Groep 64">
              <a:extLst>
                <a:ext uri="{FF2B5EF4-FFF2-40B4-BE49-F238E27FC236}">
                  <a16:creationId xmlns:a16="http://schemas.microsoft.com/office/drawing/2014/main" id="{EAB0E4F3-9178-4B51-8D40-B3F7BF00E30F}"/>
                </a:ext>
              </a:extLst>
            </p:cNvPr>
            <p:cNvGrpSpPr/>
            <p:nvPr userDrawn="1"/>
          </p:nvGrpSpPr>
          <p:grpSpPr>
            <a:xfrm>
              <a:off x="-3408294" y="3643742"/>
              <a:ext cx="622283" cy="612920"/>
              <a:chOff x="12617641" y="3403239"/>
              <a:chExt cx="752963" cy="741634"/>
            </a:xfrm>
          </p:grpSpPr>
          <p:grpSp>
            <p:nvGrpSpPr>
              <p:cNvPr id="69" name="Groep 68">
                <a:extLst>
                  <a:ext uri="{FF2B5EF4-FFF2-40B4-BE49-F238E27FC236}">
                    <a16:creationId xmlns:a16="http://schemas.microsoft.com/office/drawing/2014/main" id="{F6429551-5AFF-4CD9-9FE9-3703258293B5}"/>
                  </a:ext>
                </a:extLst>
              </p:cNvPr>
              <p:cNvGrpSpPr/>
              <p:nvPr userDrawn="1"/>
            </p:nvGrpSpPr>
            <p:grpSpPr>
              <a:xfrm>
                <a:off x="12771530" y="3403239"/>
                <a:ext cx="467176" cy="448491"/>
                <a:chOff x="12782157" y="3403239"/>
                <a:chExt cx="467176" cy="448491"/>
              </a:xfrm>
            </p:grpSpPr>
            <p:grpSp>
              <p:nvGrpSpPr>
                <p:cNvPr id="72" name="Groep 71">
                  <a:extLst>
                    <a:ext uri="{FF2B5EF4-FFF2-40B4-BE49-F238E27FC236}">
                      <a16:creationId xmlns:a16="http://schemas.microsoft.com/office/drawing/2014/main" id="{8DB5D426-9E36-4FC0-93ED-0FCB99CF1383}"/>
                    </a:ext>
                  </a:extLst>
                </p:cNvPr>
                <p:cNvGrpSpPr/>
                <p:nvPr userDrawn="1"/>
              </p:nvGrpSpPr>
              <p:grpSpPr>
                <a:xfrm>
                  <a:off x="12782157" y="3403239"/>
                  <a:ext cx="412976" cy="396132"/>
                  <a:chOff x="13554906" y="3320109"/>
                  <a:chExt cx="443917" cy="425811"/>
                </a:xfrm>
              </p:grpSpPr>
              <p:grpSp>
                <p:nvGrpSpPr>
                  <p:cNvPr id="79" name="Groep 78">
                    <a:extLst>
                      <a:ext uri="{FF2B5EF4-FFF2-40B4-BE49-F238E27FC236}">
                        <a16:creationId xmlns:a16="http://schemas.microsoft.com/office/drawing/2014/main" id="{58AE02BC-FE3F-43B9-A31E-2F23B77C5D70}"/>
                      </a:ext>
                    </a:extLst>
                  </p:cNvPr>
                  <p:cNvGrpSpPr/>
                  <p:nvPr userDrawn="1"/>
                </p:nvGrpSpPr>
                <p:grpSpPr>
                  <a:xfrm>
                    <a:off x="13554906" y="3320109"/>
                    <a:ext cx="443917" cy="425811"/>
                    <a:chOff x="12909684" y="1276143"/>
                    <a:chExt cx="443917" cy="425811"/>
                  </a:xfrm>
                </p:grpSpPr>
                <p:sp>
                  <p:nvSpPr>
                    <p:cNvPr id="82" name="Rechthoek 81">
                      <a:extLst>
                        <a:ext uri="{FF2B5EF4-FFF2-40B4-BE49-F238E27FC236}">
                          <a16:creationId xmlns:a16="http://schemas.microsoft.com/office/drawing/2014/main" id="{CA1FC6F0-854A-43FF-80B0-01B180EECE9E}"/>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83" name="Rechthoek 82">
                      <a:extLst>
                        <a:ext uri="{FF2B5EF4-FFF2-40B4-BE49-F238E27FC236}">
                          <a16:creationId xmlns:a16="http://schemas.microsoft.com/office/drawing/2014/main" id="{C3B3CDCF-2153-4114-B4A1-E561012944E4}"/>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84" name="Ovaal 83">
                      <a:extLst>
                        <a:ext uri="{FF2B5EF4-FFF2-40B4-BE49-F238E27FC236}">
                          <a16:creationId xmlns:a16="http://schemas.microsoft.com/office/drawing/2014/main" id="{28899272-6D2D-4B6B-80C9-1BCCE52CECAB}"/>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pic>
                <p:nvPicPr>
                  <p:cNvPr id="80" name="Afbeelding 79">
                    <a:extLst>
                      <a:ext uri="{FF2B5EF4-FFF2-40B4-BE49-F238E27FC236}">
                        <a16:creationId xmlns:a16="http://schemas.microsoft.com/office/drawing/2014/main" id="{09F04832-22B5-43B1-BE9B-C99E77A17328}"/>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81" name="Afbeelding 80">
                    <a:extLst>
                      <a:ext uri="{FF2B5EF4-FFF2-40B4-BE49-F238E27FC236}">
                        <a16:creationId xmlns:a16="http://schemas.microsoft.com/office/drawing/2014/main" id="{06B2D4E2-B26E-4F6F-9E8B-390D511426A8}"/>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73" name="Groep 72">
                  <a:extLst>
                    <a:ext uri="{FF2B5EF4-FFF2-40B4-BE49-F238E27FC236}">
                      <a16:creationId xmlns:a16="http://schemas.microsoft.com/office/drawing/2014/main" id="{309342A7-65AA-4B66-9C9C-A6C99AB23085}"/>
                    </a:ext>
                  </a:extLst>
                </p:cNvPr>
                <p:cNvGrpSpPr/>
                <p:nvPr userDrawn="1"/>
              </p:nvGrpSpPr>
              <p:grpSpPr>
                <a:xfrm>
                  <a:off x="13103513" y="3705268"/>
                  <a:ext cx="145820" cy="146462"/>
                  <a:chOff x="13096169" y="3602278"/>
                  <a:chExt cx="145820" cy="146462"/>
                </a:xfrm>
              </p:grpSpPr>
              <p:sp>
                <p:nvSpPr>
                  <p:cNvPr id="77" name="Rechthoek 76">
                    <a:extLst>
                      <a:ext uri="{FF2B5EF4-FFF2-40B4-BE49-F238E27FC236}">
                        <a16:creationId xmlns:a16="http://schemas.microsoft.com/office/drawing/2014/main" id="{FAB7B0A9-A4B1-4F81-A144-950F222C85D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78" name="Rechthoek 77">
                    <a:extLst>
                      <a:ext uri="{FF2B5EF4-FFF2-40B4-BE49-F238E27FC236}">
                        <a16:creationId xmlns:a16="http://schemas.microsoft.com/office/drawing/2014/main" id="{FA9D294A-076D-4E46-9DA5-1DE4970A63A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74" name="Groep 73">
                  <a:extLst>
                    <a:ext uri="{FF2B5EF4-FFF2-40B4-BE49-F238E27FC236}">
                      <a16:creationId xmlns:a16="http://schemas.microsoft.com/office/drawing/2014/main" id="{37EBC32A-19F3-4D16-B0FF-F38A37E6E3CF}"/>
                    </a:ext>
                  </a:extLst>
                </p:cNvPr>
                <p:cNvGrpSpPr/>
                <p:nvPr userDrawn="1"/>
              </p:nvGrpSpPr>
              <p:grpSpPr>
                <a:xfrm rot="10800000">
                  <a:off x="13061402" y="3665637"/>
                  <a:ext cx="145820" cy="146462"/>
                  <a:chOff x="13096169" y="3602278"/>
                  <a:chExt cx="145820" cy="146462"/>
                </a:xfrm>
              </p:grpSpPr>
              <p:sp>
                <p:nvSpPr>
                  <p:cNvPr id="75" name="Rechthoek 74">
                    <a:extLst>
                      <a:ext uri="{FF2B5EF4-FFF2-40B4-BE49-F238E27FC236}">
                        <a16:creationId xmlns:a16="http://schemas.microsoft.com/office/drawing/2014/main" id="{E101B0B1-9686-43F6-A0DD-217FD38D0C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76" name="Rechthoek 75">
                    <a:extLst>
                      <a:ext uri="{FF2B5EF4-FFF2-40B4-BE49-F238E27FC236}">
                        <a16:creationId xmlns:a16="http://schemas.microsoft.com/office/drawing/2014/main" id="{EB428A74-6F85-473F-86CD-145B4D457C5B}"/>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70" name="Rechthoek 69">
                <a:extLst>
                  <a:ext uri="{FF2B5EF4-FFF2-40B4-BE49-F238E27FC236}">
                    <a16:creationId xmlns:a16="http://schemas.microsoft.com/office/drawing/2014/main" id="{35C609E8-29F6-41FF-B934-38B289DB98D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Bijsnijden</a:t>
                </a:r>
              </a:p>
            </p:txBody>
          </p:sp>
          <p:sp>
            <p:nvSpPr>
              <p:cNvPr id="71" name="Gelijkbenige driehoek 70">
                <a:extLst>
                  <a:ext uri="{FF2B5EF4-FFF2-40B4-BE49-F238E27FC236}">
                    <a16:creationId xmlns:a16="http://schemas.microsoft.com/office/drawing/2014/main" id="{D556DF4D-3800-48EE-86D6-14FA63983045}"/>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66" name="ICOON_info">
              <a:extLst>
                <a:ext uri="{FF2B5EF4-FFF2-40B4-BE49-F238E27FC236}">
                  <a16:creationId xmlns:a16="http://schemas.microsoft.com/office/drawing/2014/main" id="{88154E0D-A357-452E-8C93-D5394685773D}"/>
                </a:ext>
              </a:extLst>
            </p:cNvPr>
            <p:cNvGrpSpPr/>
            <p:nvPr userDrawn="1"/>
          </p:nvGrpSpPr>
          <p:grpSpPr>
            <a:xfrm>
              <a:off x="-376736" y="4271597"/>
              <a:ext cx="283685" cy="283685"/>
              <a:chOff x="-510741" y="5913713"/>
              <a:chExt cx="267555" cy="267555"/>
            </a:xfrm>
          </p:grpSpPr>
          <p:sp>
            <p:nvSpPr>
              <p:cNvPr id="67" name="Ovaal 66">
                <a:extLst>
                  <a:ext uri="{FF2B5EF4-FFF2-40B4-BE49-F238E27FC236}">
                    <a16:creationId xmlns:a16="http://schemas.microsoft.com/office/drawing/2014/main" id="{1102DD94-B713-4FD9-BE90-9E98FAB92B67}"/>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68" name="Graphic 163" descr="Informatie">
                <a:extLst>
                  <a:ext uri="{FF2B5EF4-FFF2-40B4-BE49-F238E27FC236}">
                    <a16:creationId xmlns:a16="http://schemas.microsoft.com/office/drawing/2014/main" id="{5B9B1BFA-9E59-4D7A-B505-020374125B0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415335005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x IMAGES +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4"/>
            <a:ext cx="11160125" cy="877889"/>
          </a:xfrm>
        </p:spPr>
        <p:txBody>
          <a:bodyPr/>
          <a:lstStyle>
            <a:lvl1pPr>
              <a:defRPr sz="4800"/>
            </a:lvl1p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108209"/>
            <a:ext cx="2933400" cy="151790"/>
          </a:xfrm>
        </p:spPr>
        <p:txBody>
          <a:bodyPr/>
          <a:lstStyle/>
          <a:p>
            <a:fld id="{731CD031-FC28-41D7-9493-FCE2B056A56B}" type="datetime4">
              <a:rPr lang="nl-NL" noProof="0" smtClean="0"/>
              <a:t>16 oktober 2026</a:t>
            </a:fld>
            <a:endParaRPr lang="nl-NL" noProof="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108209"/>
            <a:ext cx="4114800" cy="151790"/>
          </a:xfrm>
        </p:spPr>
        <p:txBody>
          <a:bodyPr/>
          <a:lstStyle/>
          <a:p>
            <a:endParaRPr lang="nl-NL" noProof="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108209"/>
            <a:ext cx="284597" cy="151790"/>
          </a:xfrm>
        </p:spPr>
        <p:txBody>
          <a:bodyPr/>
          <a:lstStyle/>
          <a:p>
            <a:fld id="{D7B5DC5B-6873-43DB-ADC7-B15ACCE0DFDB}" type="slidenum">
              <a:rPr lang="nl-NL" noProof="0" smtClean="0"/>
              <a:t>‹#›</a:t>
            </a:fld>
            <a:endParaRPr lang="nl-NL" noProof="0"/>
          </a:p>
        </p:txBody>
      </p:sp>
      <p:sp>
        <p:nvSpPr>
          <p:cNvPr id="7" name="Rechthoek: afgeronde hoeken 6">
            <a:extLst>
              <a:ext uri="{FF2B5EF4-FFF2-40B4-BE49-F238E27FC236}">
                <a16:creationId xmlns:a16="http://schemas.microsoft.com/office/drawing/2014/main" id="{5682581D-A08E-4726-919C-43E290CAC50C}"/>
              </a:ext>
            </a:extLst>
          </p:cNvPr>
          <p:cNvSpPr/>
          <p:nvPr userDrawn="1"/>
        </p:nvSpPr>
        <p:spPr>
          <a:xfrm>
            <a:off x="0" y="-429492"/>
            <a:ext cx="2863797"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a:solidFill>
                  <a:schemeClr val="accent2"/>
                </a:solidFill>
                <a:latin typeface="+mj-lt"/>
              </a:rPr>
              <a:t>3x images + </a:t>
            </a:r>
            <a:r>
              <a:rPr lang="nl-NL" sz="2400" b="1" cap="all" baseline="0" noProof="0" err="1">
                <a:solidFill>
                  <a:schemeClr val="accent2"/>
                </a:solidFill>
                <a:latin typeface="+mj-lt"/>
              </a:rPr>
              <a:t>text</a:t>
            </a:r>
            <a:endParaRPr lang="nl-NL" sz="2400" b="1" cap="all" baseline="0" noProof="0">
              <a:solidFill>
                <a:schemeClr val="accent2"/>
              </a:solidFill>
              <a:latin typeface="+mj-lt"/>
            </a:endParaRPr>
          </a:p>
        </p:txBody>
      </p:sp>
      <p:sp>
        <p:nvSpPr>
          <p:cNvPr id="12" name="Tijdelijke aanduiding voor afbeelding 16">
            <a:extLst>
              <a:ext uri="{FF2B5EF4-FFF2-40B4-BE49-F238E27FC236}">
                <a16:creationId xmlns:a16="http://schemas.microsoft.com/office/drawing/2014/main" id="{E896F0B1-42B1-47AC-BED5-A6FB8258D4D7}"/>
              </a:ext>
            </a:extLst>
          </p:cNvPr>
          <p:cNvSpPr>
            <a:spLocks noGrp="1"/>
          </p:cNvSpPr>
          <p:nvPr>
            <p:ph type="pic" sz="quarter" idx="17"/>
          </p:nvPr>
        </p:nvSpPr>
        <p:spPr>
          <a:xfrm>
            <a:off x="515938" y="1754227"/>
            <a:ext cx="3509962"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dirty="0"/>
              <a:t>Click icon </a:t>
            </a:r>
            <a:r>
              <a:rPr lang="nl-NL" dirty="0" err="1"/>
              <a:t>to</a:t>
            </a:r>
            <a:r>
              <a:rPr lang="nl-NL" dirty="0"/>
              <a:t> </a:t>
            </a:r>
            <a:r>
              <a:rPr lang="nl-NL" dirty="0" err="1"/>
              <a:t>add</a:t>
            </a:r>
            <a:r>
              <a:rPr lang="nl-NL" dirty="0"/>
              <a:t> picture</a:t>
            </a:r>
          </a:p>
        </p:txBody>
      </p:sp>
      <p:sp>
        <p:nvSpPr>
          <p:cNvPr id="18" name="Tijdelijke aanduiding voor afbeelding 16">
            <a:extLst>
              <a:ext uri="{FF2B5EF4-FFF2-40B4-BE49-F238E27FC236}">
                <a16:creationId xmlns:a16="http://schemas.microsoft.com/office/drawing/2014/main" id="{ED88A2A2-E890-4A1B-A8C2-E7D4ED2FE037}"/>
              </a:ext>
            </a:extLst>
          </p:cNvPr>
          <p:cNvSpPr>
            <a:spLocks noGrp="1"/>
          </p:cNvSpPr>
          <p:nvPr>
            <p:ph type="pic" sz="quarter" idx="18"/>
          </p:nvPr>
        </p:nvSpPr>
        <p:spPr>
          <a:xfrm>
            <a:off x="4341018" y="1754227"/>
            <a:ext cx="3509962"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19" name="Tijdelijke aanduiding voor afbeelding 16">
            <a:extLst>
              <a:ext uri="{FF2B5EF4-FFF2-40B4-BE49-F238E27FC236}">
                <a16:creationId xmlns:a16="http://schemas.microsoft.com/office/drawing/2014/main" id="{21EE98B7-13AC-4DF2-8E05-816B13B808A7}"/>
              </a:ext>
            </a:extLst>
          </p:cNvPr>
          <p:cNvSpPr>
            <a:spLocks noGrp="1"/>
          </p:cNvSpPr>
          <p:nvPr>
            <p:ph type="pic" sz="quarter" idx="19"/>
          </p:nvPr>
        </p:nvSpPr>
        <p:spPr>
          <a:xfrm>
            <a:off x="8166101" y="1754227"/>
            <a:ext cx="3509962"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20" name="Tijdelijke aanduiding voor tekst 28">
            <a:extLst>
              <a:ext uri="{FF2B5EF4-FFF2-40B4-BE49-F238E27FC236}">
                <a16:creationId xmlns:a16="http://schemas.microsoft.com/office/drawing/2014/main" id="{F1131722-DC1F-440F-BF52-66EC7391816A}"/>
              </a:ext>
            </a:extLst>
          </p:cNvPr>
          <p:cNvSpPr>
            <a:spLocks noGrp="1"/>
          </p:cNvSpPr>
          <p:nvPr>
            <p:ph type="body" sz="quarter" idx="16" hasCustomPrompt="1"/>
          </p:nvPr>
        </p:nvSpPr>
        <p:spPr>
          <a:xfrm>
            <a:off x="515938" y="3756063"/>
            <a:ext cx="3509959" cy="2584411"/>
          </a:xfrm>
          <a:solidFill>
            <a:schemeClr val="bg1"/>
          </a:solidFill>
        </p:spPr>
        <p:txBody>
          <a:bodyPr/>
          <a:lstStyle>
            <a:lvl1pPr marL="0" indent="0">
              <a:buNone/>
              <a:defRPr sz="100">
                <a:solidFill>
                  <a:schemeClr val="bg1"/>
                </a:solidFill>
              </a:defRPr>
            </a:lvl1pPr>
          </a:lstStyle>
          <a:p>
            <a:pPr lvl="0"/>
            <a:r>
              <a:rPr lang="nl-NL"/>
              <a:t> </a:t>
            </a:r>
            <a:endParaRPr lang="nl-NL" dirty="0"/>
          </a:p>
        </p:txBody>
      </p:sp>
      <p:sp>
        <p:nvSpPr>
          <p:cNvPr id="21" name="Tijdelijke aanduiding voor tekst 28">
            <a:extLst>
              <a:ext uri="{FF2B5EF4-FFF2-40B4-BE49-F238E27FC236}">
                <a16:creationId xmlns:a16="http://schemas.microsoft.com/office/drawing/2014/main" id="{CD37E532-3720-4BA1-AC0F-C02FCD05B3BE}"/>
              </a:ext>
            </a:extLst>
          </p:cNvPr>
          <p:cNvSpPr>
            <a:spLocks noGrp="1"/>
          </p:cNvSpPr>
          <p:nvPr>
            <p:ph type="body" sz="quarter" idx="20" hasCustomPrompt="1"/>
          </p:nvPr>
        </p:nvSpPr>
        <p:spPr>
          <a:xfrm>
            <a:off x="4341015" y="3756063"/>
            <a:ext cx="3509959" cy="2584411"/>
          </a:xfrm>
          <a:solidFill>
            <a:schemeClr val="bg1"/>
          </a:solidFill>
        </p:spPr>
        <p:txBody>
          <a:bodyPr/>
          <a:lstStyle>
            <a:lvl1pPr marL="0" indent="0">
              <a:buNone/>
              <a:defRPr sz="100">
                <a:solidFill>
                  <a:schemeClr val="bg1"/>
                </a:solidFill>
              </a:defRPr>
            </a:lvl1pPr>
          </a:lstStyle>
          <a:p>
            <a:pPr lvl="0"/>
            <a:r>
              <a:rPr lang="nl-NL"/>
              <a:t> </a:t>
            </a:r>
            <a:endParaRPr lang="nl-NL" dirty="0"/>
          </a:p>
        </p:txBody>
      </p:sp>
      <p:sp>
        <p:nvSpPr>
          <p:cNvPr id="22" name="Tijdelijke aanduiding voor tekst 28">
            <a:extLst>
              <a:ext uri="{FF2B5EF4-FFF2-40B4-BE49-F238E27FC236}">
                <a16:creationId xmlns:a16="http://schemas.microsoft.com/office/drawing/2014/main" id="{3CBC20AB-BFB3-44F1-97B2-D57A0123DE5E}"/>
              </a:ext>
            </a:extLst>
          </p:cNvPr>
          <p:cNvSpPr>
            <a:spLocks noGrp="1"/>
          </p:cNvSpPr>
          <p:nvPr>
            <p:ph type="body" sz="quarter" idx="21" hasCustomPrompt="1"/>
          </p:nvPr>
        </p:nvSpPr>
        <p:spPr>
          <a:xfrm>
            <a:off x="8166089" y="3756063"/>
            <a:ext cx="3509959" cy="2584411"/>
          </a:xfrm>
          <a:solidFill>
            <a:schemeClr val="bg1"/>
          </a:solidFill>
        </p:spPr>
        <p:txBody>
          <a:bodyPr/>
          <a:lstStyle>
            <a:lvl1pPr marL="0" indent="0">
              <a:buNone/>
              <a:defRPr sz="100">
                <a:solidFill>
                  <a:schemeClr val="bg1"/>
                </a:solidFill>
              </a:defRPr>
            </a:lvl1pPr>
          </a:lstStyle>
          <a:p>
            <a:pPr lvl="0"/>
            <a:r>
              <a:rPr lang="nl-NL"/>
              <a:t> </a:t>
            </a:r>
            <a:endParaRPr lang="nl-NL" dirty="0"/>
          </a:p>
        </p:txBody>
      </p:sp>
      <p:sp>
        <p:nvSpPr>
          <p:cNvPr id="25" name="Tijdelijke aanduiding voor verticale tekst 2">
            <a:extLst>
              <a:ext uri="{FF2B5EF4-FFF2-40B4-BE49-F238E27FC236}">
                <a16:creationId xmlns:a16="http://schemas.microsoft.com/office/drawing/2014/main" id="{8C8B6AC5-B51E-48E3-B0D8-C81AF20C1728}"/>
              </a:ext>
            </a:extLst>
          </p:cNvPr>
          <p:cNvSpPr>
            <a:spLocks noGrp="1"/>
          </p:cNvSpPr>
          <p:nvPr>
            <p:ph type="body" orient="vert" idx="1" hasCustomPrompt="1"/>
          </p:nvPr>
        </p:nvSpPr>
        <p:spPr>
          <a:xfrm>
            <a:off x="719985" y="4523798"/>
            <a:ext cx="3102715" cy="158490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err="1"/>
              <a:t>Lorem</a:t>
            </a:r>
            <a:r>
              <a:rPr lang="nl-NL" noProof="0" dirty="0"/>
              <a:t> </a:t>
            </a:r>
            <a:r>
              <a:rPr lang="nl-NL" noProof="0" dirty="0" err="1"/>
              <a:t>ipsum</a:t>
            </a:r>
            <a:r>
              <a:rPr lang="nl-NL" noProof="0" dirty="0"/>
              <a:t> </a:t>
            </a:r>
            <a:r>
              <a:rPr lang="nl-NL" noProof="0" dirty="0" err="1"/>
              <a:t>dolor</a:t>
            </a:r>
            <a:r>
              <a:rPr lang="nl-NL" noProof="0" dirty="0"/>
              <a:t> </a:t>
            </a:r>
            <a:r>
              <a:rPr lang="nl-NL" noProof="0" dirty="0" err="1"/>
              <a:t>sit</a:t>
            </a:r>
            <a:r>
              <a:rPr lang="nl-NL" noProof="0" dirty="0"/>
              <a:t> </a:t>
            </a:r>
            <a:r>
              <a:rPr lang="nl-NL" noProof="0" dirty="0" err="1"/>
              <a:t>amet</a:t>
            </a:r>
            <a:r>
              <a:rPr lang="nl-NL" noProof="0" dirty="0"/>
              <a:t>, </a:t>
            </a:r>
            <a:r>
              <a:rPr lang="nl-NL" noProof="0" dirty="0" err="1"/>
              <a:t>consectetuer</a:t>
            </a:r>
            <a:r>
              <a:rPr lang="nl-NL" noProof="0" dirty="0"/>
              <a:t> </a:t>
            </a:r>
            <a:r>
              <a:rPr lang="nl-NL" noProof="0" dirty="0" err="1"/>
              <a:t>adipiscing</a:t>
            </a:r>
            <a:r>
              <a:rPr lang="nl-NL" noProof="0" dirty="0"/>
              <a:t> </a:t>
            </a:r>
            <a:r>
              <a:rPr lang="nl-NL" noProof="0" dirty="0" err="1"/>
              <a:t>elit</a:t>
            </a:r>
            <a:r>
              <a:rPr lang="nl-NL" noProof="0" dirty="0"/>
              <a:t>. </a:t>
            </a:r>
            <a:r>
              <a:rPr lang="nl-NL" noProof="0" dirty="0" err="1"/>
              <a:t>Maecenas</a:t>
            </a:r>
            <a:r>
              <a:rPr lang="nl-NL" noProof="0" dirty="0"/>
              <a:t> </a:t>
            </a:r>
            <a:r>
              <a:rPr lang="nl-NL" noProof="0" dirty="0" err="1"/>
              <a:t>porttitor</a:t>
            </a:r>
            <a:r>
              <a:rPr lang="nl-NL" noProof="0" dirty="0"/>
              <a:t> </a:t>
            </a:r>
            <a:r>
              <a:rPr lang="nl-NL" noProof="0" dirty="0" err="1"/>
              <a:t>congue</a:t>
            </a:r>
            <a:r>
              <a:rPr lang="nl-NL" noProof="0" dirty="0"/>
              <a:t> massa. </a:t>
            </a:r>
            <a:r>
              <a:rPr lang="nl-NL" noProof="0" dirty="0" err="1"/>
              <a:t>Fusce</a:t>
            </a:r>
            <a:r>
              <a:rPr lang="nl-NL" noProof="0" dirty="0"/>
              <a:t> </a:t>
            </a:r>
            <a:r>
              <a:rPr lang="nl-NL" noProof="0" dirty="0" err="1"/>
              <a:t>posuere</a:t>
            </a:r>
            <a:r>
              <a:rPr lang="nl-NL" noProof="0" dirty="0"/>
              <a:t>, magna </a:t>
            </a:r>
            <a:r>
              <a:rPr lang="nl-NL" noProof="0" dirty="0" err="1"/>
              <a:t>sed</a:t>
            </a:r>
            <a:r>
              <a:rPr lang="nl-NL" noProof="0" dirty="0"/>
              <a:t> </a:t>
            </a:r>
            <a:r>
              <a:rPr lang="nl-NL" noProof="0" dirty="0" err="1"/>
              <a:t>pulvinar</a:t>
            </a:r>
            <a:r>
              <a:rPr lang="nl-NL" noProof="0" dirty="0"/>
              <a:t> </a:t>
            </a:r>
            <a:r>
              <a:rPr lang="nl-NL" noProof="0" dirty="0" err="1"/>
              <a:t>ultricies</a:t>
            </a:r>
            <a:r>
              <a:rPr lang="nl-NL" noProof="0" dirty="0"/>
              <a:t>, </a:t>
            </a:r>
            <a:r>
              <a:rPr lang="nl-NL" noProof="0" dirty="0" err="1"/>
              <a:t>purus</a:t>
            </a:r>
            <a:r>
              <a:rPr lang="nl-NL" noProof="0" dirty="0"/>
              <a:t> </a:t>
            </a:r>
            <a:r>
              <a:rPr lang="nl-NL" noProof="0" dirty="0" err="1"/>
              <a:t>lectus</a:t>
            </a:r>
            <a:r>
              <a:rPr lang="nl-NL" noProof="0" dirty="0"/>
              <a:t> </a:t>
            </a:r>
            <a:r>
              <a:rPr lang="nl-NL" noProof="0" dirty="0" err="1"/>
              <a:t>malesuada</a:t>
            </a:r>
            <a:r>
              <a:rPr lang="nl-NL" noProof="0" dirty="0"/>
              <a:t> libero, </a:t>
            </a:r>
            <a:r>
              <a:rPr lang="nl-NL" noProof="0" dirty="0" err="1"/>
              <a:t>sit</a:t>
            </a:r>
            <a:r>
              <a:rPr lang="nl-NL" noProof="0" dirty="0"/>
              <a:t> </a:t>
            </a:r>
            <a:r>
              <a:rPr lang="nl-NL" noProof="0" dirty="0" err="1"/>
              <a:t>amet</a:t>
            </a:r>
            <a:r>
              <a:rPr lang="nl-NL" noProof="0" dirty="0"/>
              <a:t> commodo magna eros </a:t>
            </a:r>
            <a:r>
              <a:rPr lang="nl-NL" noProof="0" dirty="0" err="1"/>
              <a:t>quis</a:t>
            </a:r>
            <a:r>
              <a:rPr lang="nl-NL" noProof="0" dirty="0"/>
              <a:t> </a:t>
            </a:r>
            <a:r>
              <a:rPr lang="nl-NL" noProof="0" dirty="0" err="1"/>
              <a:t>urna</a:t>
            </a:r>
            <a:r>
              <a:rPr lang="nl-NL" noProof="0" dirty="0"/>
              <a:t>.</a:t>
            </a:r>
          </a:p>
        </p:txBody>
      </p:sp>
      <p:sp>
        <p:nvSpPr>
          <p:cNvPr id="26" name="Tijdelijke aanduiding voor verticale tekst 2">
            <a:extLst>
              <a:ext uri="{FF2B5EF4-FFF2-40B4-BE49-F238E27FC236}">
                <a16:creationId xmlns:a16="http://schemas.microsoft.com/office/drawing/2014/main" id="{B6515488-F2FB-4494-A440-18B2F117FBFE}"/>
              </a:ext>
            </a:extLst>
          </p:cNvPr>
          <p:cNvSpPr>
            <a:spLocks noGrp="1"/>
          </p:cNvSpPr>
          <p:nvPr>
            <p:ph type="body" orient="vert" idx="22" hasCustomPrompt="1"/>
          </p:nvPr>
        </p:nvSpPr>
        <p:spPr>
          <a:xfrm>
            <a:off x="4544636" y="4523798"/>
            <a:ext cx="3102715" cy="158490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congue massa. Fusce posuere, magna sed pulvinar ultricies, purus lectus malesuada libero, sit amet commodo magna eros quis </a:t>
            </a:r>
            <a:r>
              <a:rPr lang="nl-NL" noProof="0" dirty="0" err="1"/>
              <a:t>urna</a:t>
            </a:r>
            <a:r>
              <a:rPr lang="nl-NL" noProof="0" dirty="0"/>
              <a:t>.</a:t>
            </a:r>
          </a:p>
        </p:txBody>
      </p:sp>
      <p:sp>
        <p:nvSpPr>
          <p:cNvPr id="27" name="Tijdelijke aanduiding voor verticale tekst 2">
            <a:extLst>
              <a:ext uri="{FF2B5EF4-FFF2-40B4-BE49-F238E27FC236}">
                <a16:creationId xmlns:a16="http://schemas.microsoft.com/office/drawing/2014/main" id="{C9F7786B-24F3-4996-8168-993B4624568E}"/>
              </a:ext>
            </a:extLst>
          </p:cNvPr>
          <p:cNvSpPr>
            <a:spLocks noGrp="1"/>
          </p:cNvSpPr>
          <p:nvPr>
            <p:ph type="body" orient="vert" idx="23" hasCustomPrompt="1"/>
          </p:nvPr>
        </p:nvSpPr>
        <p:spPr>
          <a:xfrm>
            <a:off x="8369285" y="4523798"/>
            <a:ext cx="3102715" cy="158490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congue massa. Fusce posuere, magna sed pulvinar ultricies, purus lectus malesuada libero, sit amet commodo magna eros quis </a:t>
            </a:r>
            <a:r>
              <a:rPr lang="nl-NL" noProof="0" dirty="0" err="1"/>
              <a:t>urna</a:t>
            </a:r>
            <a:r>
              <a:rPr lang="nl-NL" noProof="0" dirty="0"/>
              <a:t>.</a:t>
            </a:r>
          </a:p>
        </p:txBody>
      </p:sp>
      <p:sp>
        <p:nvSpPr>
          <p:cNvPr id="29" name="Tijdelijke aanduiding voor verticale tekst 2">
            <a:extLst>
              <a:ext uri="{FF2B5EF4-FFF2-40B4-BE49-F238E27FC236}">
                <a16:creationId xmlns:a16="http://schemas.microsoft.com/office/drawing/2014/main" id="{4BA1460F-32FF-439C-99C9-FF20D3AA1496}"/>
              </a:ext>
            </a:extLst>
          </p:cNvPr>
          <p:cNvSpPr>
            <a:spLocks noGrp="1"/>
          </p:cNvSpPr>
          <p:nvPr>
            <p:ph type="body" orient="vert" idx="25" hasCustomPrompt="1"/>
          </p:nvPr>
        </p:nvSpPr>
        <p:spPr>
          <a:xfrm>
            <a:off x="4544635" y="3948727"/>
            <a:ext cx="3102715" cy="343296"/>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30" name="Tijdelijke aanduiding voor verticale tekst 2">
            <a:extLst>
              <a:ext uri="{FF2B5EF4-FFF2-40B4-BE49-F238E27FC236}">
                <a16:creationId xmlns:a16="http://schemas.microsoft.com/office/drawing/2014/main" id="{79A384B1-0017-4E0A-B0BD-BA39D25995FD}"/>
              </a:ext>
            </a:extLst>
          </p:cNvPr>
          <p:cNvSpPr>
            <a:spLocks noGrp="1"/>
          </p:cNvSpPr>
          <p:nvPr>
            <p:ph type="body" orient="vert" idx="26" hasCustomPrompt="1"/>
          </p:nvPr>
        </p:nvSpPr>
        <p:spPr>
          <a:xfrm>
            <a:off x="8369285" y="3948727"/>
            <a:ext cx="3102715" cy="343296"/>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grpSp>
        <p:nvGrpSpPr>
          <p:cNvPr id="23" name="INSTRUCTIE">
            <a:extLst>
              <a:ext uri="{FF2B5EF4-FFF2-40B4-BE49-F238E27FC236}">
                <a16:creationId xmlns:a16="http://schemas.microsoft.com/office/drawing/2014/main" id="{5229EDE8-CD84-45C0-A718-E500DE18B9CF}"/>
              </a:ext>
            </a:extLst>
          </p:cNvPr>
          <p:cNvGrpSpPr/>
          <p:nvPr userDrawn="1"/>
        </p:nvGrpSpPr>
        <p:grpSpPr>
          <a:xfrm>
            <a:off x="-3786437" y="0"/>
            <a:ext cx="3693386" cy="5359349"/>
            <a:chOff x="-3786437" y="0"/>
            <a:chExt cx="3693386" cy="5359349"/>
          </a:xfrm>
        </p:grpSpPr>
        <p:sp>
          <p:nvSpPr>
            <p:cNvPr id="24" name="Rechthoek 23">
              <a:extLst>
                <a:ext uri="{FF2B5EF4-FFF2-40B4-BE49-F238E27FC236}">
                  <a16:creationId xmlns:a16="http://schemas.microsoft.com/office/drawing/2014/main" id="{D46F0259-6E41-4576-B0E5-2450D8E95510}"/>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31" name="Ovaal 30">
              <a:extLst>
                <a:ext uri="{FF2B5EF4-FFF2-40B4-BE49-F238E27FC236}">
                  <a16:creationId xmlns:a16="http://schemas.microsoft.com/office/drawing/2014/main" id="{591E4424-B375-4652-AF2E-52797CFB6332}"/>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32" name="Rechthoek 31">
              <a:extLst>
                <a:ext uri="{FF2B5EF4-FFF2-40B4-BE49-F238E27FC236}">
                  <a16:creationId xmlns:a16="http://schemas.microsoft.com/office/drawing/2014/main" id="{EDD6E959-42C3-4803-BD6A-0040463E43B6}"/>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3" name="Ovaal 32">
              <a:extLst>
                <a:ext uri="{FF2B5EF4-FFF2-40B4-BE49-F238E27FC236}">
                  <a16:creationId xmlns:a16="http://schemas.microsoft.com/office/drawing/2014/main" id="{41363F21-459A-4A40-8191-A1EF2AB41013}"/>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34" name="Rechthoek 33">
              <a:extLst>
                <a:ext uri="{FF2B5EF4-FFF2-40B4-BE49-F238E27FC236}">
                  <a16:creationId xmlns:a16="http://schemas.microsoft.com/office/drawing/2014/main" id="{6A25B1A5-E3A2-41EA-9D55-AB0204E9B363}"/>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35" name="Rechthoek 34">
              <a:extLst>
                <a:ext uri="{FF2B5EF4-FFF2-40B4-BE49-F238E27FC236}">
                  <a16:creationId xmlns:a16="http://schemas.microsoft.com/office/drawing/2014/main" id="{38DE6992-4E54-40EA-90F2-1FBE42A206C8}"/>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#1</a:t>
              </a:r>
            </a:p>
          </p:txBody>
        </p:sp>
        <p:sp>
          <p:nvSpPr>
            <p:cNvPr id="36" name="Ovaal 35">
              <a:extLst>
                <a:ext uri="{FF2B5EF4-FFF2-40B4-BE49-F238E27FC236}">
                  <a16:creationId xmlns:a16="http://schemas.microsoft.com/office/drawing/2014/main" id="{249C77E7-383D-42F4-B536-616D4B4A6AEE}"/>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37" name="Rechthoek 36">
              <a:extLst>
                <a:ext uri="{FF2B5EF4-FFF2-40B4-BE49-F238E27FC236}">
                  <a16:creationId xmlns:a16="http://schemas.microsoft.com/office/drawing/2014/main" id="{E288050B-D5E1-4D92-A599-26DD3731A53E}"/>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#2</a:t>
              </a:r>
            </a:p>
          </p:txBody>
        </p:sp>
        <p:sp>
          <p:nvSpPr>
            <p:cNvPr id="38" name="Ovaal 37">
              <a:extLst>
                <a:ext uri="{FF2B5EF4-FFF2-40B4-BE49-F238E27FC236}">
                  <a16:creationId xmlns:a16="http://schemas.microsoft.com/office/drawing/2014/main" id="{6F2758F7-07F8-40C2-A16B-BA801D116D57}"/>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39" name="Rechthoek 38">
              <a:extLst>
                <a:ext uri="{FF2B5EF4-FFF2-40B4-BE49-F238E27FC236}">
                  <a16:creationId xmlns:a16="http://schemas.microsoft.com/office/drawing/2014/main" id="{8AE2339A-534D-467C-8279-04C0EF9A45AD}"/>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40" name="Ovaal 39">
              <a:extLst>
                <a:ext uri="{FF2B5EF4-FFF2-40B4-BE49-F238E27FC236}">
                  <a16:creationId xmlns:a16="http://schemas.microsoft.com/office/drawing/2014/main" id="{C350D8F0-0018-4D54-BCE6-A85DF86E0EF1}"/>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5</a:t>
              </a:r>
            </a:p>
          </p:txBody>
        </p:sp>
        <p:sp>
          <p:nvSpPr>
            <p:cNvPr id="41" name="Rechthoek 40">
              <a:extLst>
                <a:ext uri="{FF2B5EF4-FFF2-40B4-BE49-F238E27FC236}">
                  <a16:creationId xmlns:a16="http://schemas.microsoft.com/office/drawing/2014/main" id="{B321376E-6BF5-473E-B201-AB7E842B3ACA}"/>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42" name="Ovaal 41">
              <a:extLst>
                <a:ext uri="{FF2B5EF4-FFF2-40B4-BE49-F238E27FC236}">
                  <a16:creationId xmlns:a16="http://schemas.microsoft.com/office/drawing/2014/main" id="{7B83C39A-BD69-4579-AD00-1F08BCFEE4FD}"/>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6</a:t>
              </a:r>
            </a:p>
          </p:txBody>
        </p:sp>
        <p:sp>
          <p:nvSpPr>
            <p:cNvPr id="43" name="Rechthoek 42">
              <a:extLst>
                <a:ext uri="{FF2B5EF4-FFF2-40B4-BE49-F238E27FC236}">
                  <a16:creationId xmlns:a16="http://schemas.microsoft.com/office/drawing/2014/main" id="{84E3D949-0368-4802-A307-2C87AA8C933E}"/>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44" name="Ovaal 43">
              <a:extLst>
                <a:ext uri="{FF2B5EF4-FFF2-40B4-BE49-F238E27FC236}">
                  <a16:creationId xmlns:a16="http://schemas.microsoft.com/office/drawing/2014/main" id="{0031B7C2-3B71-44DB-AEFC-17C9FD6298B2}"/>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7</a:t>
              </a:r>
            </a:p>
          </p:txBody>
        </p:sp>
        <p:sp>
          <p:nvSpPr>
            <p:cNvPr id="45" name="Rechthoek 44">
              <a:extLst>
                <a:ext uri="{FF2B5EF4-FFF2-40B4-BE49-F238E27FC236}">
                  <a16:creationId xmlns:a16="http://schemas.microsoft.com/office/drawing/2014/main" id="{D2748703-76E2-4987-A6EF-44F53C496421}"/>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46" name="Ovaal 45">
              <a:extLst>
                <a:ext uri="{FF2B5EF4-FFF2-40B4-BE49-F238E27FC236}">
                  <a16:creationId xmlns:a16="http://schemas.microsoft.com/office/drawing/2014/main" id="{6DC51F3B-8C71-42D5-B614-F775A96222E0}"/>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8</a:t>
              </a:r>
            </a:p>
          </p:txBody>
        </p:sp>
        <p:sp>
          <p:nvSpPr>
            <p:cNvPr id="47" name="Rechthoek 46">
              <a:extLst>
                <a:ext uri="{FF2B5EF4-FFF2-40B4-BE49-F238E27FC236}">
                  <a16:creationId xmlns:a16="http://schemas.microsoft.com/office/drawing/2014/main" id="{6CA7CCCB-237B-4682-96BA-9EDC363BC1E4}"/>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48" name="Ovaal 47">
              <a:extLst>
                <a:ext uri="{FF2B5EF4-FFF2-40B4-BE49-F238E27FC236}">
                  <a16:creationId xmlns:a16="http://schemas.microsoft.com/office/drawing/2014/main" id="{89D1FA40-5702-46E6-BBCB-BA13663D1063}"/>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9</a:t>
              </a:r>
            </a:p>
          </p:txBody>
        </p:sp>
        <p:sp>
          <p:nvSpPr>
            <p:cNvPr id="49" name="Rechthoek 48">
              <a:extLst>
                <a:ext uri="{FF2B5EF4-FFF2-40B4-BE49-F238E27FC236}">
                  <a16:creationId xmlns:a16="http://schemas.microsoft.com/office/drawing/2014/main" id="{A58D35CB-F743-40E8-BEF6-2F11E8AE27C5}"/>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50" name="Rechthoek 49">
              <a:extLst>
                <a:ext uri="{FF2B5EF4-FFF2-40B4-BE49-F238E27FC236}">
                  <a16:creationId xmlns:a16="http://schemas.microsoft.com/office/drawing/2014/main" id="{9C50F96F-E289-45E5-9B9A-4465625723C3}"/>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51" name="ICOON_info">
              <a:extLst>
                <a:ext uri="{FF2B5EF4-FFF2-40B4-BE49-F238E27FC236}">
                  <a16:creationId xmlns:a16="http://schemas.microsoft.com/office/drawing/2014/main" id="{54991ABD-1131-4786-AC55-D85D7D9F586E}"/>
                </a:ext>
              </a:extLst>
            </p:cNvPr>
            <p:cNvGrpSpPr/>
            <p:nvPr userDrawn="1"/>
          </p:nvGrpSpPr>
          <p:grpSpPr>
            <a:xfrm>
              <a:off x="-376736" y="4400186"/>
              <a:ext cx="283685" cy="283685"/>
              <a:chOff x="-510741" y="5913713"/>
              <a:chExt cx="267555" cy="267555"/>
            </a:xfrm>
          </p:grpSpPr>
          <p:sp>
            <p:nvSpPr>
              <p:cNvPr id="93" name="Ovaal 92">
                <a:extLst>
                  <a:ext uri="{FF2B5EF4-FFF2-40B4-BE49-F238E27FC236}">
                    <a16:creationId xmlns:a16="http://schemas.microsoft.com/office/drawing/2014/main" id="{33AC77BD-25D7-45B9-9530-6B4223E5990B}"/>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94" name="Graphic 163" descr="Informatie">
                <a:extLst>
                  <a:ext uri="{FF2B5EF4-FFF2-40B4-BE49-F238E27FC236}">
                    <a16:creationId xmlns:a16="http://schemas.microsoft.com/office/drawing/2014/main" id="{5E611146-DB1D-43F7-8D52-C52D88B7FD24}"/>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52" name="VOORBEELD">
              <a:extLst>
                <a:ext uri="{FF2B5EF4-FFF2-40B4-BE49-F238E27FC236}">
                  <a16:creationId xmlns:a16="http://schemas.microsoft.com/office/drawing/2014/main" id="{EB34C087-7272-4C7D-9DEA-F96FBCE7DCDE}"/>
                </a:ext>
              </a:extLst>
            </p:cNvPr>
            <p:cNvGrpSpPr/>
            <p:nvPr userDrawn="1"/>
          </p:nvGrpSpPr>
          <p:grpSpPr>
            <a:xfrm>
              <a:off x="-3605171" y="458674"/>
              <a:ext cx="3234311" cy="558875"/>
              <a:chOff x="-3605171" y="458674"/>
              <a:chExt cx="3234311" cy="558875"/>
            </a:xfrm>
          </p:grpSpPr>
          <p:sp>
            <p:nvSpPr>
              <p:cNvPr id="53" name="Rechthoek 52">
                <a:extLst>
                  <a:ext uri="{FF2B5EF4-FFF2-40B4-BE49-F238E27FC236}">
                    <a16:creationId xmlns:a16="http://schemas.microsoft.com/office/drawing/2014/main" id="{C8FF919C-DAAE-4277-84F8-5B6891BF9B4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54" name="Rechthoek 53">
                <a:extLst>
                  <a:ext uri="{FF2B5EF4-FFF2-40B4-BE49-F238E27FC236}">
                    <a16:creationId xmlns:a16="http://schemas.microsoft.com/office/drawing/2014/main" id="{6FF64704-96D2-48F9-A284-56809BB52613}"/>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EDDE5D4D-5C9C-4170-811D-B8E4E29A6988}"/>
                  </a:ext>
                </a:extLst>
              </p:cNvPr>
              <p:cNvGrpSpPr/>
              <p:nvPr userDrawn="1"/>
            </p:nvGrpSpPr>
            <p:grpSpPr>
              <a:xfrm>
                <a:off x="-3386247" y="830871"/>
                <a:ext cx="139423" cy="109566"/>
                <a:chOff x="-2866744" y="827071"/>
                <a:chExt cx="168701" cy="132575"/>
              </a:xfrm>
            </p:grpSpPr>
            <p:grpSp>
              <p:nvGrpSpPr>
                <p:cNvPr id="86" name="Groep 85">
                  <a:extLst>
                    <a:ext uri="{FF2B5EF4-FFF2-40B4-BE49-F238E27FC236}">
                      <a16:creationId xmlns:a16="http://schemas.microsoft.com/office/drawing/2014/main" id="{830AFC58-E8FB-42F7-BC89-B2DDBFFE63F6}"/>
                    </a:ext>
                  </a:extLst>
                </p:cNvPr>
                <p:cNvGrpSpPr/>
                <p:nvPr userDrawn="1"/>
              </p:nvGrpSpPr>
              <p:grpSpPr>
                <a:xfrm>
                  <a:off x="-2866744" y="827071"/>
                  <a:ext cx="168701" cy="132575"/>
                  <a:chOff x="-2866744" y="827071"/>
                  <a:chExt cx="168701" cy="132575"/>
                </a:xfrm>
              </p:grpSpPr>
              <p:cxnSp>
                <p:nvCxnSpPr>
                  <p:cNvPr id="88" name="Rechte verbindingslijn 87">
                    <a:extLst>
                      <a:ext uri="{FF2B5EF4-FFF2-40B4-BE49-F238E27FC236}">
                        <a16:creationId xmlns:a16="http://schemas.microsoft.com/office/drawing/2014/main" id="{97A1B6C8-F65D-4C2A-8508-F2BBB2D8A218}"/>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2BDFE8D5-6E74-482C-AA65-69AA6BFE30EE}"/>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0E89E947-B08B-474F-BF0E-520C2843186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1" name="Rechte verbindingslijn 90">
                    <a:extLst>
                      <a:ext uri="{FF2B5EF4-FFF2-40B4-BE49-F238E27FC236}">
                        <a16:creationId xmlns:a16="http://schemas.microsoft.com/office/drawing/2014/main" id="{0AA5235C-ACE0-4795-A797-4F5E400F0233}"/>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2" name="Rechte verbindingslijn 91">
                    <a:extLst>
                      <a:ext uri="{FF2B5EF4-FFF2-40B4-BE49-F238E27FC236}">
                        <a16:creationId xmlns:a16="http://schemas.microsoft.com/office/drawing/2014/main" id="{13D8AF3C-2B2D-47CB-B22E-A250A63F407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7" name="Pijl: rechts 86">
                  <a:extLst>
                    <a:ext uri="{FF2B5EF4-FFF2-40B4-BE49-F238E27FC236}">
                      <a16:creationId xmlns:a16="http://schemas.microsoft.com/office/drawing/2014/main" id="{E047DBD4-3C12-4689-8949-D2BDB5A57B65}"/>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56" name="Groep 55">
                <a:extLst>
                  <a:ext uri="{FF2B5EF4-FFF2-40B4-BE49-F238E27FC236}">
                    <a16:creationId xmlns:a16="http://schemas.microsoft.com/office/drawing/2014/main" id="{AEF7A58F-3CEE-46C8-8D61-729113A9AC3D}"/>
                  </a:ext>
                </a:extLst>
              </p:cNvPr>
              <p:cNvGrpSpPr/>
              <p:nvPr userDrawn="1"/>
            </p:nvGrpSpPr>
            <p:grpSpPr>
              <a:xfrm>
                <a:off x="-3605171" y="830871"/>
                <a:ext cx="139423" cy="109566"/>
                <a:chOff x="-2866744" y="518074"/>
                <a:chExt cx="168701" cy="132575"/>
              </a:xfrm>
            </p:grpSpPr>
            <p:grpSp>
              <p:nvGrpSpPr>
                <p:cNvPr id="79" name="Groep 78">
                  <a:extLst>
                    <a:ext uri="{FF2B5EF4-FFF2-40B4-BE49-F238E27FC236}">
                      <a16:creationId xmlns:a16="http://schemas.microsoft.com/office/drawing/2014/main" id="{50716C4E-F129-4749-AFDC-9123BDFB4013}"/>
                    </a:ext>
                  </a:extLst>
                </p:cNvPr>
                <p:cNvGrpSpPr/>
                <p:nvPr userDrawn="1"/>
              </p:nvGrpSpPr>
              <p:grpSpPr>
                <a:xfrm>
                  <a:off x="-2866744" y="518074"/>
                  <a:ext cx="168701" cy="132575"/>
                  <a:chOff x="-2866744" y="518074"/>
                  <a:chExt cx="168701" cy="132575"/>
                </a:xfrm>
              </p:grpSpPr>
              <p:cxnSp>
                <p:nvCxnSpPr>
                  <p:cNvPr id="81" name="Rechte verbindingslijn 80">
                    <a:extLst>
                      <a:ext uri="{FF2B5EF4-FFF2-40B4-BE49-F238E27FC236}">
                        <a16:creationId xmlns:a16="http://schemas.microsoft.com/office/drawing/2014/main" id="{30749CB1-D714-4B92-A8E2-0B00326393DF}"/>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71A4072D-562C-44D8-BDA7-F1120D2F503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9B9A41F1-76F4-4372-937D-D185605CD7C8}"/>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23905FFA-4383-4D5B-B1B4-4B0BD0263A9B}"/>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E5673D6E-CCCD-4CBE-95DB-C79FA1E910E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0" name="Pijl: rechts 79">
                  <a:extLst>
                    <a:ext uri="{FF2B5EF4-FFF2-40B4-BE49-F238E27FC236}">
                      <a16:creationId xmlns:a16="http://schemas.microsoft.com/office/drawing/2014/main" id="{B5C70D67-394F-4FB9-BFD4-5B827522559E}"/>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57" name="Rechte verbindingslijn 56">
                <a:extLst>
                  <a:ext uri="{FF2B5EF4-FFF2-40B4-BE49-F238E27FC236}">
                    <a16:creationId xmlns:a16="http://schemas.microsoft.com/office/drawing/2014/main" id="{1CCE51E4-4E40-430A-BF76-DF90A153132E}"/>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58" name="Rechte verbindingslijn 57">
                <a:extLst>
                  <a:ext uri="{FF2B5EF4-FFF2-40B4-BE49-F238E27FC236}">
                    <a16:creationId xmlns:a16="http://schemas.microsoft.com/office/drawing/2014/main" id="{7E3E24E7-16A8-4A4F-850A-694EB81334CB}"/>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59" name="Rechthoek 58">
                <a:extLst>
                  <a:ext uri="{FF2B5EF4-FFF2-40B4-BE49-F238E27FC236}">
                    <a16:creationId xmlns:a16="http://schemas.microsoft.com/office/drawing/2014/main" id="{30957ADC-AC50-43EC-A48C-B61194321FA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60" name="Rechthoek 59">
                <a:extLst>
                  <a:ext uri="{FF2B5EF4-FFF2-40B4-BE49-F238E27FC236}">
                    <a16:creationId xmlns:a16="http://schemas.microsoft.com/office/drawing/2014/main" id="{6D0C3A52-4B14-48CB-BB1E-A3160A6EF3D1}"/>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61" name="Groep 60">
                <a:extLst>
                  <a:ext uri="{FF2B5EF4-FFF2-40B4-BE49-F238E27FC236}">
                    <a16:creationId xmlns:a16="http://schemas.microsoft.com/office/drawing/2014/main" id="{4D856D01-3791-4856-B765-AF6DF7F19278}"/>
                  </a:ext>
                </a:extLst>
              </p:cNvPr>
              <p:cNvGrpSpPr/>
              <p:nvPr userDrawn="1"/>
            </p:nvGrpSpPr>
            <p:grpSpPr>
              <a:xfrm>
                <a:off x="-2916763" y="769168"/>
                <a:ext cx="268738" cy="248381"/>
                <a:chOff x="-2916763" y="769168"/>
                <a:chExt cx="268738" cy="248381"/>
              </a:xfrm>
            </p:grpSpPr>
            <p:sp>
              <p:nvSpPr>
                <p:cNvPr id="71" name="Rechthoek 70">
                  <a:extLst>
                    <a:ext uri="{FF2B5EF4-FFF2-40B4-BE49-F238E27FC236}">
                      <a16:creationId xmlns:a16="http://schemas.microsoft.com/office/drawing/2014/main" id="{A5F5EE93-015C-4993-974D-36B87FDDF35B}"/>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72" name="Groep 71">
                  <a:extLst>
                    <a:ext uri="{FF2B5EF4-FFF2-40B4-BE49-F238E27FC236}">
                      <a16:creationId xmlns:a16="http://schemas.microsoft.com/office/drawing/2014/main" id="{73AF75AD-B20A-42E9-B224-B167D0851CBC}"/>
                    </a:ext>
                  </a:extLst>
                </p:cNvPr>
                <p:cNvGrpSpPr/>
                <p:nvPr userDrawn="1"/>
              </p:nvGrpSpPr>
              <p:grpSpPr>
                <a:xfrm>
                  <a:off x="-2866744" y="827071"/>
                  <a:ext cx="168701" cy="132575"/>
                  <a:chOff x="-2866744" y="827071"/>
                  <a:chExt cx="168701" cy="132575"/>
                </a:xfrm>
              </p:grpSpPr>
              <p:cxnSp>
                <p:nvCxnSpPr>
                  <p:cNvPr id="74" name="Rechte verbindingslijn 73">
                    <a:extLst>
                      <a:ext uri="{FF2B5EF4-FFF2-40B4-BE49-F238E27FC236}">
                        <a16:creationId xmlns:a16="http://schemas.microsoft.com/office/drawing/2014/main" id="{446AD881-898A-42D4-B9A3-5AAC08155B2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30BCDE50-D431-42C4-925E-B44C280FE9EF}"/>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E5F09255-8F26-4C39-9ED7-493743C1540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5A380C3D-7028-4E80-9429-EE26094B3B7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5BF01824-717D-4386-8894-25E9DC00E2C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3" name="Pijl: rechts 72">
                  <a:extLst>
                    <a:ext uri="{FF2B5EF4-FFF2-40B4-BE49-F238E27FC236}">
                      <a16:creationId xmlns:a16="http://schemas.microsoft.com/office/drawing/2014/main" id="{22BFFDCE-D431-4EF5-831C-91C8F8D9C2DC}"/>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62" name="Groep 61">
                <a:extLst>
                  <a:ext uri="{FF2B5EF4-FFF2-40B4-BE49-F238E27FC236}">
                    <a16:creationId xmlns:a16="http://schemas.microsoft.com/office/drawing/2014/main" id="{DA222E7E-649C-4F6F-BB23-86781951C4BF}"/>
                  </a:ext>
                </a:extLst>
              </p:cNvPr>
              <p:cNvGrpSpPr/>
              <p:nvPr userDrawn="1"/>
            </p:nvGrpSpPr>
            <p:grpSpPr>
              <a:xfrm>
                <a:off x="-2916763" y="460171"/>
                <a:ext cx="268738" cy="248381"/>
                <a:chOff x="-2916763" y="460171"/>
                <a:chExt cx="268738" cy="248381"/>
              </a:xfrm>
            </p:grpSpPr>
            <p:sp>
              <p:nvSpPr>
                <p:cNvPr id="63" name="Rechthoek 62">
                  <a:extLst>
                    <a:ext uri="{FF2B5EF4-FFF2-40B4-BE49-F238E27FC236}">
                      <a16:creationId xmlns:a16="http://schemas.microsoft.com/office/drawing/2014/main" id="{25B87D59-8BB6-4566-A480-F98810F9A23D}"/>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64" name="Groep 63">
                  <a:extLst>
                    <a:ext uri="{FF2B5EF4-FFF2-40B4-BE49-F238E27FC236}">
                      <a16:creationId xmlns:a16="http://schemas.microsoft.com/office/drawing/2014/main" id="{265EA7A1-D04E-4D20-90FB-4A5DA6D8AC56}"/>
                    </a:ext>
                  </a:extLst>
                </p:cNvPr>
                <p:cNvGrpSpPr/>
                <p:nvPr userDrawn="1"/>
              </p:nvGrpSpPr>
              <p:grpSpPr>
                <a:xfrm>
                  <a:off x="-2866744" y="518074"/>
                  <a:ext cx="168701" cy="132575"/>
                  <a:chOff x="-2866744" y="518074"/>
                  <a:chExt cx="168701" cy="132575"/>
                </a:xfrm>
              </p:grpSpPr>
              <p:cxnSp>
                <p:nvCxnSpPr>
                  <p:cNvPr id="66" name="Rechte verbindingslijn 65">
                    <a:extLst>
                      <a:ext uri="{FF2B5EF4-FFF2-40B4-BE49-F238E27FC236}">
                        <a16:creationId xmlns:a16="http://schemas.microsoft.com/office/drawing/2014/main" id="{3FE5BBC4-A8FE-440D-9387-A0549455C37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89104198-11A8-4B8F-A6AF-DC8B31AA90E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C8EDF891-3622-49AF-B0A4-76AD9F4C064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BCC64D3A-699A-4296-8E56-764015B329C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3CAE1BB5-0C9D-42AD-B071-E949773C72C9}"/>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5" name="Pijl: rechts 64">
                  <a:extLst>
                    <a:ext uri="{FF2B5EF4-FFF2-40B4-BE49-F238E27FC236}">
                      <a16:creationId xmlns:a16="http://schemas.microsoft.com/office/drawing/2014/main" id="{2ECBDB4B-4F4C-4C36-BE65-39850BB7999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grpSp>
        <p:nvGrpSpPr>
          <p:cNvPr id="95" name="INSTRUCTIE">
            <a:extLst>
              <a:ext uri="{FF2B5EF4-FFF2-40B4-BE49-F238E27FC236}">
                <a16:creationId xmlns:a16="http://schemas.microsoft.com/office/drawing/2014/main" id="{87B9A52A-7BA7-4D5E-8023-446C36C62361}"/>
              </a:ext>
            </a:extLst>
          </p:cNvPr>
          <p:cNvGrpSpPr/>
          <p:nvPr userDrawn="1"/>
        </p:nvGrpSpPr>
        <p:grpSpPr>
          <a:xfrm>
            <a:off x="12377595" y="0"/>
            <a:ext cx="3693386" cy="5270646"/>
            <a:chOff x="-3786437" y="0"/>
            <a:chExt cx="3693386" cy="5270646"/>
          </a:xfrm>
        </p:grpSpPr>
        <p:sp>
          <p:nvSpPr>
            <p:cNvPr id="96" name="Rechthoek 95">
              <a:extLst>
                <a:ext uri="{FF2B5EF4-FFF2-40B4-BE49-F238E27FC236}">
                  <a16:creationId xmlns:a16="http://schemas.microsoft.com/office/drawing/2014/main" id="{55E38911-8271-4DDE-BA07-4BAFEAEFA9D1}"/>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sp>
          <p:nvSpPr>
            <p:cNvPr id="97" name="Rechthoek 96">
              <a:extLst>
                <a:ext uri="{FF2B5EF4-FFF2-40B4-BE49-F238E27FC236}">
                  <a16:creationId xmlns:a16="http://schemas.microsoft.com/office/drawing/2014/main" id="{F6984FF2-E5F3-4099-B992-8393BDC7ACC6}"/>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Afbeelding invoegen/opmaken</a:t>
              </a:r>
            </a:p>
          </p:txBody>
        </p:sp>
        <p:sp>
          <p:nvSpPr>
            <p:cNvPr id="98" name="Ovaal 97">
              <a:extLst>
                <a:ext uri="{FF2B5EF4-FFF2-40B4-BE49-F238E27FC236}">
                  <a16:creationId xmlns:a16="http://schemas.microsoft.com/office/drawing/2014/main" id="{4824A961-4B22-470B-A862-81FDEC6AAE6C}"/>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9" name="Rechthoek 98">
              <a:extLst>
                <a:ext uri="{FF2B5EF4-FFF2-40B4-BE49-F238E27FC236}">
                  <a16:creationId xmlns:a16="http://schemas.microsoft.com/office/drawing/2014/main" id="{6CB09827-47E4-4050-9C7A-2F3749758139}"/>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00" name="Groep 99">
              <a:extLst>
                <a:ext uri="{FF2B5EF4-FFF2-40B4-BE49-F238E27FC236}">
                  <a16:creationId xmlns:a16="http://schemas.microsoft.com/office/drawing/2014/main" id="{8B39D111-9786-4D4F-8756-1705FF8D0347}"/>
                </a:ext>
              </a:extLst>
            </p:cNvPr>
            <p:cNvGrpSpPr/>
            <p:nvPr userDrawn="1"/>
          </p:nvGrpSpPr>
          <p:grpSpPr>
            <a:xfrm>
              <a:off x="-3316179" y="1231351"/>
              <a:ext cx="294789" cy="318834"/>
              <a:chOff x="14466489" y="1001522"/>
              <a:chExt cx="290627" cy="314333"/>
            </a:xfrm>
          </p:grpSpPr>
          <p:sp>
            <p:nvSpPr>
              <p:cNvPr id="129" name="Rechthoek 128">
                <a:extLst>
                  <a:ext uri="{FF2B5EF4-FFF2-40B4-BE49-F238E27FC236}">
                    <a16:creationId xmlns:a16="http://schemas.microsoft.com/office/drawing/2014/main" id="{4EBDF4FC-59F0-46D9-9A34-226AC2E92AFD}"/>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30" name="Ovaal 129">
                <a:extLst>
                  <a:ext uri="{FF2B5EF4-FFF2-40B4-BE49-F238E27FC236}">
                    <a16:creationId xmlns:a16="http://schemas.microsoft.com/office/drawing/2014/main" id="{AB515986-6800-4561-9B87-38DAF6B56821}"/>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31" name="Vrije vorm: vorm 130">
                <a:extLst>
                  <a:ext uri="{FF2B5EF4-FFF2-40B4-BE49-F238E27FC236}">
                    <a16:creationId xmlns:a16="http://schemas.microsoft.com/office/drawing/2014/main" id="{2757A2CB-F371-4BCF-94B2-98A40CF8416E}"/>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32" name="Rechthoek: afgeronde hoeken 131">
                <a:extLst>
                  <a:ext uri="{FF2B5EF4-FFF2-40B4-BE49-F238E27FC236}">
                    <a16:creationId xmlns:a16="http://schemas.microsoft.com/office/drawing/2014/main" id="{9FC89245-29AF-43CF-9321-97C709DA7BFA}"/>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cxnSp>
            <p:nvCxnSpPr>
              <p:cNvPr id="133" name="Rechte verbindingslijn 132">
                <a:extLst>
                  <a:ext uri="{FF2B5EF4-FFF2-40B4-BE49-F238E27FC236}">
                    <a16:creationId xmlns:a16="http://schemas.microsoft.com/office/drawing/2014/main" id="{872DD248-D46E-4649-BE55-F3C37A8376E3}"/>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4" name="Rechte verbindingslijn 133">
                <a:extLst>
                  <a:ext uri="{FF2B5EF4-FFF2-40B4-BE49-F238E27FC236}">
                    <a16:creationId xmlns:a16="http://schemas.microsoft.com/office/drawing/2014/main" id="{401A4AFB-CEAD-42D2-A0CF-A193E8E15F65}"/>
                  </a:ext>
                </a:extLst>
              </p:cNvPr>
              <p:cNvCxnSpPr>
                <a:cxnSpLocks/>
                <a:stCxn id="132"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01" name="Ovaal 100">
              <a:extLst>
                <a:ext uri="{FF2B5EF4-FFF2-40B4-BE49-F238E27FC236}">
                  <a16:creationId xmlns:a16="http://schemas.microsoft.com/office/drawing/2014/main" id="{8651EFA5-0558-4BB3-B646-4F9151570664}"/>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02" name="Rechthoek 101">
              <a:extLst>
                <a:ext uri="{FF2B5EF4-FFF2-40B4-BE49-F238E27FC236}">
                  <a16:creationId xmlns:a16="http://schemas.microsoft.com/office/drawing/2014/main" id="{DD2B2B68-1FB3-4EC7-8B24-71074E632AF3}"/>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03" name="Groep 102">
              <a:extLst>
                <a:ext uri="{FF2B5EF4-FFF2-40B4-BE49-F238E27FC236}">
                  <a16:creationId xmlns:a16="http://schemas.microsoft.com/office/drawing/2014/main" id="{4776097F-1E37-442A-AA5D-0F5675250F03}"/>
                </a:ext>
              </a:extLst>
            </p:cNvPr>
            <p:cNvGrpSpPr/>
            <p:nvPr userDrawn="1"/>
          </p:nvGrpSpPr>
          <p:grpSpPr>
            <a:xfrm>
              <a:off x="-3311319" y="2164285"/>
              <a:ext cx="825500" cy="209550"/>
              <a:chOff x="13504624" y="2482850"/>
              <a:chExt cx="825500" cy="209550"/>
            </a:xfrm>
          </p:grpSpPr>
          <p:sp>
            <p:nvSpPr>
              <p:cNvPr id="126" name="Rechthoek 125">
                <a:extLst>
                  <a:ext uri="{FF2B5EF4-FFF2-40B4-BE49-F238E27FC236}">
                    <a16:creationId xmlns:a16="http://schemas.microsoft.com/office/drawing/2014/main" id="{45D987BD-BE52-4C4D-8C53-F75027B46C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127" name="Rechte verbindingslijn 126">
                <a:extLst>
                  <a:ext uri="{FF2B5EF4-FFF2-40B4-BE49-F238E27FC236}">
                    <a16:creationId xmlns:a16="http://schemas.microsoft.com/office/drawing/2014/main" id="{E606E0C2-C392-4B73-8F42-123C3A6C7ABF}"/>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28" name="Gelijkbenige driehoek 127">
                <a:extLst>
                  <a:ext uri="{FF2B5EF4-FFF2-40B4-BE49-F238E27FC236}">
                    <a16:creationId xmlns:a16="http://schemas.microsoft.com/office/drawing/2014/main" id="{3BF6C163-585D-43DC-A62A-D0D9B4001CEB}"/>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sp>
          <p:nvSpPr>
            <p:cNvPr id="104" name="Ovaal 103">
              <a:extLst>
                <a:ext uri="{FF2B5EF4-FFF2-40B4-BE49-F238E27FC236}">
                  <a16:creationId xmlns:a16="http://schemas.microsoft.com/office/drawing/2014/main" id="{676BEFB0-6798-4663-8246-5F261BF5CDFB}"/>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05" name="Rechthoek 104">
              <a:extLst>
                <a:ext uri="{FF2B5EF4-FFF2-40B4-BE49-F238E27FC236}">
                  <a16:creationId xmlns:a16="http://schemas.microsoft.com/office/drawing/2014/main" id="{F21CF5B5-6580-43BA-ADD3-B440E53E4BAA}"/>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106" name="Groep 105">
              <a:extLst>
                <a:ext uri="{FF2B5EF4-FFF2-40B4-BE49-F238E27FC236}">
                  <a16:creationId xmlns:a16="http://schemas.microsoft.com/office/drawing/2014/main" id="{1AC9BD42-BD9A-49C0-889C-70BF2692B1AC}"/>
                </a:ext>
              </a:extLst>
            </p:cNvPr>
            <p:cNvGrpSpPr/>
            <p:nvPr userDrawn="1"/>
          </p:nvGrpSpPr>
          <p:grpSpPr>
            <a:xfrm>
              <a:off x="-3408294" y="3643742"/>
              <a:ext cx="622283" cy="612920"/>
              <a:chOff x="12617641" y="3403239"/>
              <a:chExt cx="752963" cy="741634"/>
            </a:xfrm>
          </p:grpSpPr>
          <p:grpSp>
            <p:nvGrpSpPr>
              <p:cNvPr id="110" name="Groep 109">
                <a:extLst>
                  <a:ext uri="{FF2B5EF4-FFF2-40B4-BE49-F238E27FC236}">
                    <a16:creationId xmlns:a16="http://schemas.microsoft.com/office/drawing/2014/main" id="{DD66243F-B472-499F-A7F3-0B184EAF4558}"/>
                  </a:ext>
                </a:extLst>
              </p:cNvPr>
              <p:cNvGrpSpPr/>
              <p:nvPr userDrawn="1"/>
            </p:nvGrpSpPr>
            <p:grpSpPr>
              <a:xfrm>
                <a:off x="12771530" y="3403239"/>
                <a:ext cx="467176" cy="448491"/>
                <a:chOff x="12782157" y="3403239"/>
                <a:chExt cx="467176" cy="448491"/>
              </a:xfrm>
            </p:grpSpPr>
            <p:grpSp>
              <p:nvGrpSpPr>
                <p:cNvPr id="113" name="Groep 112">
                  <a:extLst>
                    <a:ext uri="{FF2B5EF4-FFF2-40B4-BE49-F238E27FC236}">
                      <a16:creationId xmlns:a16="http://schemas.microsoft.com/office/drawing/2014/main" id="{59436D0A-08D7-4659-A46E-FC11EF9839C7}"/>
                    </a:ext>
                  </a:extLst>
                </p:cNvPr>
                <p:cNvGrpSpPr/>
                <p:nvPr userDrawn="1"/>
              </p:nvGrpSpPr>
              <p:grpSpPr>
                <a:xfrm>
                  <a:off x="12782157" y="3403239"/>
                  <a:ext cx="412976" cy="396132"/>
                  <a:chOff x="13554906" y="3320109"/>
                  <a:chExt cx="443917" cy="425811"/>
                </a:xfrm>
              </p:grpSpPr>
              <p:grpSp>
                <p:nvGrpSpPr>
                  <p:cNvPr id="120" name="Groep 119">
                    <a:extLst>
                      <a:ext uri="{FF2B5EF4-FFF2-40B4-BE49-F238E27FC236}">
                        <a16:creationId xmlns:a16="http://schemas.microsoft.com/office/drawing/2014/main" id="{1EA454FA-C411-4F3A-B36C-15FF39C2CD24}"/>
                      </a:ext>
                    </a:extLst>
                  </p:cNvPr>
                  <p:cNvGrpSpPr/>
                  <p:nvPr userDrawn="1"/>
                </p:nvGrpSpPr>
                <p:grpSpPr>
                  <a:xfrm>
                    <a:off x="13554906" y="3320109"/>
                    <a:ext cx="443917" cy="425811"/>
                    <a:chOff x="12909684" y="1276143"/>
                    <a:chExt cx="443917" cy="425811"/>
                  </a:xfrm>
                </p:grpSpPr>
                <p:sp>
                  <p:nvSpPr>
                    <p:cNvPr id="123" name="Rechthoek 122">
                      <a:extLst>
                        <a:ext uri="{FF2B5EF4-FFF2-40B4-BE49-F238E27FC236}">
                          <a16:creationId xmlns:a16="http://schemas.microsoft.com/office/drawing/2014/main" id="{9BD3C103-78D2-45B4-8ECE-7D7C9562B662}"/>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24" name="Rechthoek 123">
                      <a:extLst>
                        <a:ext uri="{FF2B5EF4-FFF2-40B4-BE49-F238E27FC236}">
                          <a16:creationId xmlns:a16="http://schemas.microsoft.com/office/drawing/2014/main" id="{14948135-7CB1-433E-97DB-94D704D3927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25" name="Ovaal 124">
                      <a:extLst>
                        <a:ext uri="{FF2B5EF4-FFF2-40B4-BE49-F238E27FC236}">
                          <a16:creationId xmlns:a16="http://schemas.microsoft.com/office/drawing/2014/main" id="{D7186CFF-8B9D-4899-904B-994AE2A0FF5B}"/>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pic>
                <p:nvPicPr>
                  <p:cNvPr id="121" name="Afbeelding 120">
                    <a:extLst>
                      <a:ext uri="{FF2B5EF4-FFF2-40B4-BE49-F238E27FC236}">
                        <a16:creationId xmlns:a16="http://schemas.microsoft.com/office/drawing/2014/main" id="{D7F9AAB9-0326-4E54-BF64-C289FAF2E34A}"/>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22" name="Afbeelding 121">
                    <a:extLst>
                      <a:ext uri="{FF2B5EF4-FFF2-40B4-BE49-F238E27FC236}">
                        <a16:creationId xmlns:a16="http://schemas.microsoft.com/office/drawing/2014/main" id="{BBC52934-8F6C-4587-A950-40F146E657F0}"/>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14" name="Groep 113">
                  <a:extLst>
                    <a:ext uri="{FF2B5EF4-FFF2-40B4-BE49-F238E27FC236}">
                      <a16:creationId xmlns:a16="http://schemas.microsoft.com/office/drawing/2014/main" id="{C50D7A0C-A307-46C3-BDCC-45814C85B02E}"/>
                    </a:ext>
                  </a:extLst>
                </p:cNvPr>
                <p:cNvGrpSpPr/>
                <p:nvPr userDrawn="1"/>
              </p:nvGrpSpPr>
              <p:grpSpPr>
                <a:xfrm>
                  <a:off x="13103513" y="3705268"/>
                  <a:ext cx="145820" cy="146462"/>
                  <a:chOff x="13096169" y="3602278"/>
                  <a:chExt cx="145820" cy="146462"/>
                </a:xfrm>
              </p:grpSpPr>
              <p:sp>
                <p:nvSpPr>
                  <p:cNvPr id="118" name="Rechthoek 117">
                    <a:extLst>
                      <a:ext uri="{FF2B5EF4-FFF2-40B4-BE49-F238E27FC236}">
                        <a16:creationId xmlns:a16="http://schemas.microsoft.com/office/drawing/2014/main" id="{7B5D7969-68C0-4D93-B89F-12209C15120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19" name="Rechthoek 118">
                    <a:extLst>
                      <a:ext uri="{FF2B5EF4-FFF2-40B4-BE49-F238E27FC236}">
                        <a16:creationId xmlns:a16="http://schemas.microsoft.com/office/drawing/2014/main" id="{484F60B8-82C3-481D-B239-07CD1B35E1D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115" name="Groep 114">
                  <a:extLst>
                    <a:ext uri="{FF2B5EF4-FFF2-40B4-BE49-F238E27FC236}">
                      <a16:creationId xmlns:a16="http://schemas.microsoft.com/office/drawing/2014/main" id="{D6AB4230-DCB6-409A-9F4C-9715535FB6AE}"/>
                    </a:ext>
                  </a:extLst>
                </p:cNvPr>
                <p:cNvGrpSpPr/>
                <p:nvPr userDrawn="1"/>
              </p:nvGrpSpPr>
              <p:grpSpPr>
                <a:xfrm rot="10800000">
                  <a:off x="13061402" y="3665637"/>
                  <a:ext cx="145820" cy="146462"/>
                  <a:chOff x="13096169" y="3602278"/>
                  <a:chExt cx="145820" cy="146462"/>
                </a:xfrm>
              </p:grpSpPr>
              <p:sp>
                <p:nvSpPr>
                  <p:cNvPr id="116" name="Rechthoek 115">
                    <a:extLst>
                      <a:ext uri="{FF2B5EF4-FFF2-40B4-BE49-F238E27FC236}">
                        <a16:creationId xmlns:a16="http://schemas.microsoft.com/office/drawing/2014/main" id="{D3471E54-D00B-4CA8-84FD-86E41EDEA51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17" name="Rechthoek 116">
                    <a:extLst>
                      <a:ext uri="{FF2B5EF4-FFF2-40B4-BE49-F238E27FC236}">
                        <a16:creationId xmlns:a16="http://schemas.microsoft.com/office/drawing/2014/main" id="{7FC65970-87BD-466C-81F2-6E997591C90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111" name="Rechthoek 110">
                <a:extLst>
                  <a:ext uri="{FF2B5EF4-FFF2-40B4-BE49-F238E27FC236}">
                    <a16:creationId xmlns:a16="http://schemas.microsoft.com/office/drawing/2014/main" id="{FAC788D8-D120-4DA2-95AC-2B97E576D38E}"/>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Bijsnijden</a:t>
                </a:r>
              </a:p>
            </p:txBody>
          </p:sp>
          <p:sp>
            <p:nvSpPr>
              <p:cNvPr id="112" name="Gelijkbenige driehoek 111">
                <a:extLst>
                  <a:ext uri="{FF2B5EF4-FFF2-40B4-BE49-F238E27FC236}">
                    <a16:creationId xmlns:a16="http://schemas.microsoft.com/office/drawing/2014/main" id="{70F563EA-8CCA-4002-838D-5166823656AC}"/>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107" name="ICOON_info">
              <a:extLst>
                <a:ext uri="{FF2B5EF4-FFF2-40B4-BE49-F238E27FC236}">
                  <a16:creationId xmlns:a16="http://schemas.microsoft.com/office/drawing/2014/main" id="{596E49B7-AB62-439C-A4F3-A5F80C6AB496}"/>
                </a:ext>
              </a:extLst>
            </p:cNvPr>
            <p:cNvGrpSpPr/>
            <p:nvPr userDrawn="1"/>
          </p:nvGrpSpPr>
          <p:grpSpPr>
            <a:xfrm>
              <a:off x="-376736" y="4271597"/>
              <a:ext cx="283685" cy="283685"/>
              <a:chOff x="-510741" y="5913713"/>
              <a:chExt cx="267555" cy="267555"/>
            </a:xfrm>
          </p:grpSpPr>
          <p:sp>
            <p:nvSpPr>
              <p:cNvPr id="108" name="Ovaal 107">
                <a:extLst>
                  <a:ext uri="{FF2B5EF4-FFF2-40B4-BE49-F238E27FC236}">
                    <a16:creationId xmlns:a16="http://schemas.microsoft.com/office/drawing/2014/main" id="{D71C7E50-D6F5-4F6F-BD93-8FF9EA1282B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109" name="Graphic 163" descr="Informatie">
                <a:extLst>
                  <a:ext uri="{FF2B5EF4-FFF2-40B4-BE49-F238E27FC236}">
                    <a16:creationId xmlns:a16="http://schemas.microsoft.com/office/drawing/2014/main" id="{2792F41D-65C0-42AD-B7CD-1778A38A5C0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sp>
        <p:nvSpPr>
          <p:cNvPr id="10" name="Tijdelijke aanduiding voor verticale tekst 2">
            <a:extLst>
              <a:ext uri="{FF2B5EF4-FFF2-40B4-BE49-F238E27FC236}">
                <a16:creationId xmlns:a16="http://schemas.microsoft.com/office/drawing/2014/main" id="{BDD09DDD-A138-E1C3-9E25-C52BBF13F68D}"/>
              </a:ext>
            </a:extLst>
          </p:cNvPr>
          <p:cNvSpPr>
            <a:spLocks noGrp="1"/>
          </p:cNvSpPr>
          <p:nvPr>
            <p:ph type="body" orient="vert" idx="24" hasCustomPrompt="1"/>
          </p:nvPr>
        </p:nvSpPr>
        <p:spPr>
          <a:xfrm>
            <a:off x="719969" y="3948727"/>
            <a:ext cx="3102715" cy="343296"/>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Tree>
    <p:extLst>
      <p:ext uri="{BB962C8B-B14F-4D97-AF65-F5344CB8AC3E}">
        <p14:creationId xmlns:p14="http://schemas.microsoft.com/office/powerpoint/2010/main" val="264204771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EME SLIDE + 4 IMAGES">
    <p:spTree>
      <p:nvGrpSpPr>
        <p:cNvPr id="1" name=""/>
        <p:cNvGrpSpPr/>
        <p:nvPr/>
      </p:nvGrpSpPr>
      <p:grpSpPr>
        <a:xfrm>
          <a:off x="0" y="0"/>
          <a:ext cx="0" cy="0"/>
          <a:chOff x="0" y="0"/>
          <a:chExt cx="0" cy="0"/>
        </a:xfrm>
      </p:grpSpPr>
      <p:sp>
        <p:nvSpPr>
          <p:cNvPr id="20" name="Tijdelijke aanduiding voor tekst 28">
            <a:extLst>
              <a:ext uri="{FF2B5EF4-FFF2-40B4-BE49-F238E27FC236}">
                <a16:creationId xmlns:a16="http://schemas.microsoft.com/office/drawing/2014/main" id="{F1131722-DC1F-440F-BF52-66EC7391816A}"/>
              </a:ext>
            </a:extLst>
          </p:cNvPr>
          <p:cNvSpPr>
            <a:spLocks noGrp="1"/>
          </p:cNvSpPr>
          <p:nvPr>
            <p:ph type="body" sz="quarter" idx="16" hasCustomPrompt="1"/>
          </p:nvPr>
        </p:nvSpPr>
        <p:spPr>
          <a:xfrm>
            <a:off x="515939" y="1754227"/>
            <a:ext cx="2557935" cy="4586247"/>
          </a:xfrm>
          <a:solidFill>
            <a:schemeClr val="bg1"/>
          </a:solidFill>
          <a:ln w="12700">
            <a:solidFill>
              <a:srgbClr val="EBEBEC"/>
            </a:solidFill>
          </a:ln>
        </p:spPr>
        <p:txBody>
          <a:bodyPr/>
          <a:lstStyle>
            <a:lvl1pPr marL="0" indent="0">
              <a:buNone/>
              <a:defRPr sz="100">
                <a:solidFill>
                  <a:schemeClr val="bg1"/>
                </a:solidFill>
              </a:defRPr>
            </a:lvl1pPr>
          </a:lstStyle>
          <a:p>
            <a:pPr lvl="0"/>
            <a:r>
              <a:rPr lang="nl-NL" dirty="0"/>
              <a:t> </a:t>
            </a:r>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6"/>
            <a:ext cx="11160125" cy="888870"/>
          </a:xfrm>
        </p:spPr>
        <p:txBody>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108209"/>
            <a:ext cx="2933400" cy="151790"/>
          </a:xfrm>
        </p:spPr>
        <p:txBody>
          <a:bodyPr/>
          <a:lstStyle/>
          <a:p>
            <a:fld id="{731CD031-FC28-41D7-9493-FCE2B056A56B}" type="datetime4">
              <a:rPr lang="nl-NL" noProof="0" smtClean="0"/>
              <a:t>16 oktober 2026</a:t>
            </a:fld>
            <a:endParaRPr lang="nl-NL" noProof="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108209"/>
            <a:ext cx="4114800" cy="151790"/>
          </a:xfrm>
        </p:spPr>
        <p:txBody>
          <a:bodyPr/>
          <a:lstStyle/>
          <a:p>
            <a:endParaRPr lang="nl-NL" noProof="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108209"/>
            <a:ext cx="284597" cy="151790"/>
          </a:xfrm>
        </p:spPr>
        <p:txBody>
          <a:bodyPr/>
          <a:lstStyle/>
          <a:p>
            <a:fld id="{D7B5DC5B-6873-43DB-ADC7-B15ACCE0DFDB}" type="slidenum">
              <a:rPr lang="nl-NL" noProof="0" smtClean="0"/>
              <a:t>‹#›</a:t>
            </a:fld>
            <a:endParaRPr lang="nl-NL" noProof="0"/>
          </a:p>
        </p:txBody>
      </p:sp>
      <p:sp>
        <p:nvSpPr>
          <p:cNvPr id="7" name="Rechthoek: afgeronde hoeken 6">
            <a:extLst>
              <a:ext uri="{FF2B5EF4-FFF2-40B4-BE49-F238E27FC236}">
                <a16:creationId xmlns:a16="http://schemas.microsoft.com/office/drawing/2014/main" id="{5682581D-A08E-4726-919C-43E290CAC50C}"/>
              </a:ext>
            </a:extLst>
          </p:cNvPr>
          <p:cNvSpPr/>
          <p:nvPr userDrawn="1"/>
        </p:nvSpPr>
        <p:spPr>
          <a:xfrm>
            <a:off x="0" y="-429492"/>
            <a:ext cx="3954609"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err="1">
                <a:solidFill>
                  <a:schemeClr val="accent2"/>
                </a:solidFill>
                <a:latin typeface="+mj-lt"/>
              </a:rPr>
              <a:t>Theme</a:t>
            </a:r>
            <a:r>
              <a:rPr lang="nl-NL" sz="2400" b="1" cap="all" baseline="0" noProof="0">
                <a:solidFill>
                  <a:schemeClr val="accent2"/>
                </a:solidFill>
                <a:latin typeface="+mj-lt"/>
              </a:rPr>
              <a:t> slide + 4 images</a:t>
            </a:r>
          </a:p>
        </p:txBody>
      </p:sp>
      <p:sp>
        <p:nvSpPr>
          <p:cNvPr id="12" name="Tijdelijke aanduiding voor afbeelding 16">
            <a:extLst>
              <a:ext uri="{FF2B5EF4-FFF2-40B4-BE49-F238E27FC236}">
                <a16:creationId xmlns:a16="http://schemas.microsoft.com/office/drawing/2014/main" id="{E896F0B1-42B1-47AC-BED5-A6FB8258D4D7}"/>
              </a:ext>
            </a:extLst>
          </p:cNvPr>
          <p:cNvSpPr>
            <a:spLocks noGrp="1"/>
          </p:cNvSpPr>
          <p:nvPr>
            <p:ph type="pic" sz="quarter" idx="17"/>
          </p:nvPr>
        </p:nvSpPr>
        <p:spPr>
          <a:xfrm>
            <a:off x="515938" y="1754227"/>
            <a:ext cx="2557936"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25" name="Tijdelijke aanduiding voor verticale tekst 2">
            <a:extLst>
              <a:ext uri="{FF2B5EF4-FFF2-40B4-BE49-F238E27FC236}">
                <a16:creationId xmlns:a16="http://schemas.microsoft.com/office/drawing/2014/main" id="{8C8B6AC5-B51E-48E3-B0D8-C81AF20C1728}"/>
              </a:ext>
            </a:extLst>
          </p:cNvPr>
          <p:cNvSpPr>
            <a:spLocks noGrp="1"/>
          </p:cNvSpPr>
          <p:nvPr>
            <p:ph type="body" orient="vert" idx="1" hasCustomPrompt="1"/>
          </p:nvPr>
        </p:nvSpPr>
        <p:spPr>
          <a:xfrm>
            <a:off x="719985" y="4851400"/>
            <a:ext cx="2150231" cy="1257299"/>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28" name="Tijdelijke aanduiding voor verticale tekst 2">
            <a:extLst>
              <a:ext uri="{FF2B5EF4-FFF2-40B4-BE49-F238E27FC236}">
                <a16:creationId xmlns:a16="http://schemas.microsoft.com/office/drawing/2014/main" id="{26073098-758E-4560-B941-CE230376883D}"/>
              </a:ext>
            </a:extLst>
          </p:cNvPr>
          <p:cNvSpPr>
            <a:spLocks noGrp="1"/>
          </p:cNvSpPr>
          <p:nvPr>
            <p:ph type="body" orient="vert" idx="24" hasCustomPrompt="1"/>
          </p:nvPr>
        </p:nvSpPr>
        <p:spPr>
          <a:xfrm>
            <a:off x="719969" y="3948727"/>
            <a:ext cx="2150231"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r>
              <a:rPr lang="nl-NL" noProof="0" dirty="0"/>
              <a:t> (2 </a:t>
            </a:r>
            <a:r>
              <a:rPr lang="nl-NL" noProof="0" dirty="0" err="1"/>
              <a:t>lines</a:t>
            </a:r>
            <a:r>
              <a:rPr lang="nl-NL" noProof="0" dirty="0"/>
              <a:t>)</a:t>
            </a:r>
          </a:p>
        </p:txBody>
      </p:sp>
      <p:sp>
        <p:nvSpPr>
          <p:cNvPr id="54" name="Tijdelijke aanduiding voor tekst 28">
            <a:extLst>
              <a:ext uri="{FF2B5EF4-FFF2-40B4-BE49-F238E27FC236}">
                <a16:creationId xmlns:a16="http://schemas.microsoft.com/office/drawing/2014/main" id="{E802A485-C990-4914-8015-3F7E12A211AC}"/>
              </a:ext>
            </a:extLst>
          </p:cNvPr>
          <p:cNvSpPr>
            <a:spLocks noGrp="1"/>
          </p:cNvSpPr>
          <p:nvPr>
            <p:ph type="body" sz="quarter" idx="25" hasCustomPrompt="1"/>
          </p:nvPr>
        </p:nvSpPr>
        <p:spPr>
          <a:xfrm>
            <a:off x="3383333" y="1754227"/>
            <a:ext cx="2557935" cy="4586247"/>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55" name="Tijdelijke aanduiding voor afbeelding 16">
            <a:extLst>
              <a:ext uri="{FF2B5EF4-FFF2-40B4-BE49-F238E27FC236}">
                <a16:creationId xmlns:a16="http://schemas.microsoft.com/office/drawing/2014/main" id="{663A445A-7270-4C82-A22E-933311448E3C}"/>
              </a:ext>
            </a:extLst>
          </p:cNvPr>
          <p:cNvSpPr>
            <a:spLocks noGrp="1"/>
          </p:cNvSpPr>
          <p:nvPr>
            <p:ph type="pic" sz="quarter" idx="26"/>
          </p:nvPr>
        </p:nvSpPr>
        <p:spPr>
          <a:xfrm>
            <a:off x="3383334" y="1754227"/>
            <a:ext cx="2557936"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56" name="Tijdelijke aanduiding voor verticale tekst 2">
            <a:extLst>
              <a:ext uri="{FF2B5EF4-FFF2-40B4-BE49-F238E27FC236}">
                <a16:creationId xmlns:a16="http://schemas.microsoft.com/office/drawing/2014/main" id="{7FD015E4-0055-480B-B45B-F5C28C1DA54B}"/>
              </a:ext>
            </a:extLst>
          </p:cNvPr>
          <p:cNvSpPr>
            <a:spLocks noGrp="1"/>
          </p:cNvSpPr>
          <p:nvPr>
            <p:ph type="body" orient="vert" idx="27" hasCustomPrompt="1"/>
          </p:nvPr>
        </p:nvSpPr>
        <p:spPr>
          <a:xfrm>
            <a:off x="3587185" y="4851400"/>
            <a:ext cx="2150231" cy="1257299"/>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57" name="Tijdelijke aanduiding voor verticale tekst 2">
            <a:extLst>
              <a:ext uri="{FF2B5EF4-FFF2-40B4-BE49-F238E27FC236}">
                <a16:creationId xmlns:a16="http://schemas.microsoft.com/office/drawing/2014/main" id="{AEAB05CB-E511-472B-8882-278FF33F85F5}"/>
              </a:ext>
            </a:extLst>
          </p:cNvPr>
          <p:cNvSpPr>
            <a:spLocks noGrp="1"/>
          </p:cNvSpPr>
          <p:nvPr>
            <p:ph type="body" orient="vert" idx="28" hasCustomPrompt="1"/>
          </p:nvPr>
        </p:nvSpPr>
        <p:spPr>
          <a:xfrm>
            <a:off x="3587185" y="3948727"/>
            <a:ext cx="2150231"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r>
              <a:rPr lang="nl-NL" noProof="0" dirty="0"/>
              <a:t> (2 </a:t>
            </a:r>
            <a:r>
              <a:rPr lang="nl-NL" noProof="0" dirty="0" err="1"/>
              <a:t>lines</a:t>
            </a:r>
            <a:r>
              <a:rPr lang="nl-NL" noProof="0" dirty="0"/>
              <a:t>)</a:t>
            </a:r>
          </a:p>
        </p:txBody>
      </p:sp>
      <p:sp>
        <p:nvSpPr>
          <p:cNvPr id="59" name="Tijdelijke aanduiding voor tekst 28">
            <a:extLst>
              <a:ext uri="{FF2B5EF4-FFF2-40B4-BE49-F238E27FC236}">
                <a16:creationId xmlns:a16="http://schemas.microsoft.com/office/drawing/2014/main" id="{622B5C83-2F20-446D-8FA2-75C57C0F16C7}"/>
              </a:ext>
            </a:extLst>
          </p:cNvPr>
          <p:cNvSpPr>
            <a:spLocks noGrp="1"/>
          </p:cNvSpPr>
          <p:nvPr>
            <p:ph type="body" sz="quarter" idx="29" hasCustomPrompt="1"/>
          </p:nvPr>
        </p:nvSpPr>
        <p:spPr>
          <a:xfrm>
            <a:off x="9118126" y="1754227"/>
            <a:ext cx="2557935" cy="4586247"/>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60" name="Tijdelijke aanduiding voor afbeelding 16">
            <a:extLst>
              <a:ext uri="{FF2B5EF4-FFF2-40B4-BE49-F238E27FC236}">
                <a16:creationId xmlns:a16="http://schemas.microsoft.com/office/drawing/2014/main" id="{F5CB26A0-9DAB-411F-9035-39EA76F75DAD}"/>
              </a:ext>
            </a:extLst>
          </p:cNvPr>
          <p:cNvSpPr>
            <a:spLocks noGrp="1"/>
          </p:cNvSpPr>
          <p:nvPr>
            <p:ph type="pic" sz="quarter" idx="30"/>
          </p:nvPr>
        </p:nvSpPr>
        <p:spPr>
          <a:xfrm>
            <a:off x="9118125" y="1754227"/>
            <a:ext cx="2557936"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61" name="Tijdelijke aanduiding voor verticale tekst 2">
            <a:extLst>
              <a:ext uri="{FF2B5EF4-FFF2-40B4-BE49-F238E27FC236}">
                <a16:creationId xmlns:a16="http://schemas.microsoft.com/office/drawing/2014/main" id="{14D45919-0BDA-45BD-A7A1-48D24B9D73F6}"/>
              </a:ext>
            </a:extLst>
          </p:cNvPr>
          <p:cNvSpPr>
            <a:spLocks noGrp="1"/>
          </p:cNvSpPr>
          <p:nvPr>
            <p:ph type="body" orient="vert" idx="31" hasCustomPrompt="1"/>
          </p:nvPr>
        </p:nvSpPr>
        <p:spPr>
          <a:xfrm>
            <a:off x="9321978" y="4851400"/>
            <a:ext cx="2150231" cy="1257299"/>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62" name="Tijdelijke aanduiding voor verticale tekst 2">
            <a:extLst>
              <a:ext uri="{FF2B5EF4-FFF2-40B4-BE49-F238E27FC236}">
                <a16:creationId xmlns:a16="http://schemas.microsoft.com/office/drawing/2014/main" id="{5934FBDC-C8E6-4D5D-B5FA-3E6D3ABA05C4}"/>
              </a:ext>
            </a:extLst>
          </p:cNvPr>
          <p:cNvSpPr>
            <a:spLocks noGrp="1"/>
          </p:cNvSpPr>
          <p:nvPr>
            <p:ph type="body" orient="vert" idx="32" hasCustomPrompt="1"/>
          </p:nvPr>
        </p:nvSpPr>
        <p:spPr>
          <a:xfrm>
            <a:off x="9321978" y="3948727"/>
            <a:ext cx="2150231"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r>
              <a:rPr lang="nl-NL" noProof="0" dirty="0"/>
              <a:t> (2 </a:t>
            </a:r>
            <a:r>
              <a:rPr lang="nl-NL" noProof="0" dirty="0" err="1"/>
              <a:t>lines</a:t>
            </a:r>
            <a:r>
              <a:rPr lang="nl-NL" noProof="0" dirty="0"/>
              <a:t>)</a:t>
            </a:r>
          </a:p>
        </p:txBody>
      </p:sp>
      <p:sp>
        <p:nvSpPr>
          <p:cNvPr id="64" name="Tijdelijke aanduiding voor tekst 28">
            <a:extLst>
              <a:ext uri="{FF2B5EF4-FFF2-40B4-BE49-F238E27FC236}">
                <a16:creationId xmlns:a16="http://schemas.microsoft.com/office/drawing/2014/main" id="{1EDBEAE1-AD6A-4852-B055-B38B12745AFD}"/>
              </a:ext>
            </a:extLst>
          </p:cNvPr>
          <p:cNvSpPr>
            <a:spLocks noGrp="1"/>
          </p:cNvSpPr>
          <p:nvPr>
            <p:ph type="body" sz="quarter" idx="33" hasCustomPrompt="1"/>
          </p:nvPr>
        </p:nvSpPr>
        <p:spPr>
          <a:xfrm>
            <a:off x="6250727" y="1754227"/>
            <a:ext cx="2557935" cy="4586247"/>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65" name="Tijdelijke aanduiding voor afbeelding 16">
            <a:extLst>
              <a:ext uri="{FF2B5EF4-FFF2-40B4-BE49-F238E27FC236}">
                <a16:creationId xmlns:a16="http://schemas.microsoft.com/office/drawing/2014/main" id="{3016D28B-2481-471D-A5AA-D8D7623E6E97}"/>
              </a:ext>
            </a:extLst>
          </p:cNvPr>
          <p:cNvSpPr>
            <a:spLocks noGrp="1"/>
          </p:cNvSpPr>
          <p:nvPr>
            <p:ph type="pic" sz="quarter" idx="34"/>
          </p:nvPr>
        </p:nvSpPr>
        <p:spPr>
          <a:xfrm>
            <a:off x="6250730" y="1754227"/>
            <a:ext cx="2557936" cy="2001837"/>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66" name="Tijdelijke aanduiding voor verticale tekst 2">
            <a:extLst>
              <a:ext uri="{FF2B5EF4-FFF2-40B4-BE49-F238E27FC236}">
                <a16:creationId xmlns:a16="http://schemas.microsoft.com/office/drawing/2014/main" id="{7E796661-6BC5-4D59-B681-0BE4F5E1513D}"/>
              </a:ext>
            </a:extLst>
          </p:cNvPr>
          <p:cNvSpPr>
            <a:spLocks noGrp="1"/>
          </p:cNvSpPr>
          <p:nvPr>
            <p:ph type="body" orient="vert" idx="35" hasCustomPrompt="1"/>
          </p:nvPr>
        </p:nvSpPr>
        <p:spPr>
          <a:xfrm>
            <a:off x="6454579" y="4851400"/>
            <a:ext cx="2150231" cy="1257299"/>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67" name="Tijdelijke aanduiding voor verticale tekst 2">
            <a:extLst>
              <a:ext uri="{FF2B5EF4-FFF2-40B4-BE49-F238E27FC236}">
                <a16:creationId xmlns:a16="http://schemas.microsoft.com/office/drawing/2014/main" id="{71A78F47-D381-4E7E-8FCF-6B09B984FDB7}"/>
              </a:ext>
            </a:extLst>
          </p:cNvPr>
          <p:cNvSpPr>
            <a:spLocks noGrp="1"/>
          </p:cNvSpPr>
          <p:nvPr>
            <p:ph type="body" orient="vert" idx="36" hasCustomPrompt="1"/>
          </p:nvPr>
        </p:nvSpPr>
        <p:spPr>
          <a:xfrm>
            <a:off x="6454579" y="3948727"/>
            <a:ext cx="2150231"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r>
              <a:rPr lang="nl-NL" noProof="0" dirty="0"/>
              <a:t> (2 </a:t>
            </a:r>
            <a:r>
              <a:rPr lang="nl-NL" noProof="0" dirty="0" err="1"/>
              <a:t>lines</a:t>
            </a:r>
            <a:r>
              <a:rPr lang="nl-NL" noProof="0" dirty="0"/>
              <a:t>)</a:t>
            </a:r>
          </a:p>
        </p:txBody>
      </p:sp>
      <p:grpSp>
        <p:nvGrpSpPr>
          <p:cNvPr id="26" name="INSTRUCTIE">
            <a:extLst>
              <a:ext uri="{FF2B5EF4-FFF2-40B4-BE49-F238E27FC236}">
                <a16:creationId xmlns:a16="http://schemas.microsoft.com/office/drawing/2014/main" id="{1029CBD1-BA65-43A9-9297-24ACD1AB6C49}"/>
              </a:ext>
            </a:extLst>
          </p:cNvPr>
          <p:cNvGrpSpPr/>
          <p:nvPr userDrawn="1"/>
        </p:nvGrpSpPr>
        <p:grpSpPr>
          <a:xfrm>
            <a:off x="-3786437" y="0"/>
            <a:ext cx="3693386" cy="5359349"/>
            <a:chOff x="-3786437" y="0"/>
            <a:chExt cx="3693386" cy="5359349"/>
          </a:xfrm>
        </p:grpSpPr>
        <p:sp>
          <p:nvSpPr>
            <p:cNvPr id="27" name="Rechthoek 26">
              <a:extLst>
                <a:ext uri="{FF2B5EF4-FFF2-40B4-BE49-F238E27FC236}">
                  <a16:creationId xmlns:a16="http://schemas.microsoft.com/office/drawing/2014/main" id="{BE412EC3-4078-46D8-96D2-134192D6A034}"/>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29" name="Ovaal 28">
              <a:extLst>
                <a:ext uri="{FF2B5EF4-FFF2-40B4-BE49-F238E27FC236}">
                  <a16:creationId xmlns:a16="http://schemas.microsoft.com/office/drawing/2014/main" id="{C83B5E9B-D668-46AB-922E-DF1249B44ED2}"/>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30" name="Rechthoek 29">
              <a:extLst>
                <a:ext uri="{FF2B5EF4-FFF2-40B4-BE49-F238E27FC236}">
                  <a16:creationId xmlns:a16="http://schemas.microsoft.com/office/drawing/2014/main" id="{6754D5CA-E317-4B22-85AC-6833CA553994}"/>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5907EB8A-96E5-4728-81B6-9BA7B6E16DF6}"/>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32" name="Rechthoek 31">
              <a:extLst>
                <a:ext uri="{FF2B5EF4-FFF2-40B4-BE49-F238E27FC236}">
                  <a16:creationId xmlns:a16="http://schemas.microsoft.com/office/drawing/2014/main" id="{9809C16F-8149-4136-B7C3-12E5B7AE2B5C}"/>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33" name="Rechthoek 32">
              <a:extLst>
                <a:ext uri="{FF2B5EF4-FFF2-40B4-BE49-F238E27FC236}">
                  <a16:creationId xmlns:a16="http://schemas.microsoft.com/office/drawing/2014/main" id="{B4E35E3C-E31C-405A-A06D-3BA368002A8F}"/>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#1</a:t>
              </a:r>
            </a:p>
          </p:txBody>
        </p:sp>
        <p:sp>
          <p:nvSpPr>
            <p:cNvPr id="34" name="Ovaal 33">
              <a:extLst>
                <a:ext uri="{FF2B5EF4-FFF2-40B4-BE49-F238E27FC236}">
                  <a16:creationId xmlns:a16="http://schemas.microsoft.com/office/drawing/2014/main" id="{309475D2-3AA5-4DFC-B250-D1DF50657486}"/>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35" name="Rechthoek 34">
              <a:extLst>
                <a:ext uri="{FF2B5EF4-FFF2-40B4-BE49-F238E27FC236}">
                  <a16:creationId xmlns:a16="http://schemas.microsoft.com/office/drawing/2014/main" id="{F06AF805-7FDC-47B2-9424-C4B90D9032AE}"/>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#2</a:t>
              </a:r>
            </a:p>
          </p:txBody>
        </p:sp>
        <p:sp>
          <p:nvSpPr>
            <p:cNvPr id="36" name="Ovaal 35">
              <a:extLst>
                <a:ext uri="{FF2B5EF4-FFF2-40B4-BE49-F238E27FC236}">
                  <a16:creationId xmlns:a16="http://schemas.microsoft.com/office/drawing/2014/main" id="{E04890CC-8B7E-4A75-BF83-D1BAC7765A5C}"/>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37" name="Rechthoek 36">
              <a:extLst>
                <a:ext uri="{FF2B5EF4-FFF2-40B4-BE49-F238E27FC236}">
                  <a16:creationId xmlns:a16="http://schemas.microsoft.com/office/drawing/2014/main" id="{10A0FC60-9A4E-46A0-B137-F40357D69B91}"/>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38" name="Ovaal 37">
              <a:extLst>
                <a:ext uri="{FF2B5EF4-FFF2-40B4-BE49-F238E27FC236}">
                  <a16:creationId xmlns:a16="http://schemas.microsoft.com/office/drawing/2014/main" id="{03BB9EA5-4170-4ED2-B95F-9B45B877C9C4}"/>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5</a:t>
              </a:r>
            </a:p>
          </p:txBody>
        </p:sp>
        <p:sp>
          <p:nvSpPr>
            <p:cNvPr id="39" name="Rechthoek 38">
              <a:extLst>
                <a:ext uri="{FF2B5EF4-FFF2-40B4-BE49-F238E27FC236}">
                  <a16:creationId xmlns:a16="http://schemas.microsoft.com/office/drawing/2014/main" id="{3214BF8D-F699-4EF6-B403-CEE19DDC9F03}"/>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40" name="Ovaal 39">
              <a:extLst>
                <a:ext uri="{FF2B5EF4-FFF2-40B4-BE49-F238E27FC236}">
                  <a16:creationId xmlns:a16="http://schemas.microsoft.com/office/drawing/2014/main" id="{3492D4D8-4287-43A9-8294-F0A09C5A6B31}"/>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6</a:t>
              </a:r>
            </a:p>
          </p:txBody>
        </p:sp>
        <p:sp>
          <p:nvSpPr>
            <p:cNvPr id="41" name="Rechthoek 40">
              <a:extLst>
                <a:ext uri="{FF2B5EF4-FFF2-40B4-BE49-F238E27FC236}">
                  <a16:creationId xmlns:a16="http://schemas.microsoft.com/office/drawing/2014/main" id="{1B3A8232-0795-4213-81CD-C97A77007BA4}"/>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42" name="Ovaal 41">
              <a:extLst>
                <a:ext uri="{FF2B5EF4-FFF2-40B4-BE49-F238E27FC236}">
                  <a16:creationId xmlns:a16="http://schemas.microsoft.com/office/drawing/2014/main" id="{9881995A-11AA-439B-A143-A75E2E573A88}"/>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7</a:t>
              </a:r>
            </a:p>
          </p:txBody>
        </p:sp>
        <p:sp>
          <p:nvSpPr>
            <p:cNvPr id="43" name="Rechthoek 42">
              <a:extLst>
                <a:ext uri="{FF2B5EF4-FFF2-40B4-BE49-F238E27FC236}">
                  <a16:creationId xmlns:a16="http://schemas.microsoft.com/office/drawing/2014/main" id="{9CB1F1E3-CEC7-49EA-B098-F0F6B33F9606}"/>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44" name="Ovaal 43">
              <a:extLst>
                <a:ext uri="{FF2B5EF4-FFF2-40B4-BE49-F238E27FC236}">
                  <a16:creationId xmlns:a16="http://schemas.microsoft.com/office/drawing/2014/main" id="{D78B48AB-2D89-4750-B80E-EE1CAD56A459}"/>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8</a:t>
              </a:r>
            </a:p>
          </p:txBody>
        </p:sp>
        <p:sp>
          <p:nvSpPr>
            <p:cNvPr id="45" name="Rechthoek 44">
              <a:extLst>
                <a:ext uri="{FF2B5EF4-FFF2-40B4-BE49-F238E27FC236}">
                  <a16:creationId xmlns:a16="http://schemas.microsoft.com/office/drawing/2014/main" id="{F9FA83E6-D6D2-43FD-A53A-487442A614B4}"/>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46" name="Ovaal 45">
              <a:extLst>
                <a:ext uri="{FF2B5EF4-FFF2-40B4-BE49-F238E27FC236}">
                  <a16:creationId xmlns:a16="http://schemas.microsoft.com/office/drawing/2014/main" id="{73DA25A3-1BE0-4775-944B-1640D5450C65}"/>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9</a:t>
              </a:r>
            </a:p>
          </p:txBody>
        </p:sp>
        <p:sp>
          <p:nvSpPr>
            <p:cNvPr id="47" name="Rechthoek 46">
              <a:extLst>
                <a:ext uri="{FF2B5EF4-FFF2-40B4-BE49-F238E27FC236}">
                  <a16:creationId xmlns:a16="http://schemas.microsoft.com/office/drawing/2014/main" id="{BBDC220A-AFC0-4C07-8909-B72E8B984D84}"/>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48" name="Rechthoek 47">
              <a:extLst>
                <a:ext uri="{FF2B5EF4-FFF2-40B4-BE49-F238E27FC236}">
                  <a16:creationId xmlns:a16="http://schemas.microsoft.com/office/drawing/2014/main" id="{8A45A6FC-F9C8-4891-93D6-C23AD1CD60F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49" name="ICOON_info">
              <a:extLst>
                <a:ext uri="{FF2B5EF4-FFF2-40B4-BE49-F238E27FC236}">
                  <a16:creationId xmlns:a16="http://schemas.microsoft.com/office/drawing/2014/main" id="{5C3E9871-E94B-4D02-BC7F-38EDA900769B}"/>
                </a:ext>
              </a:extLst>
            </p:cNvPr>
            <p:cNvGrpSpPr/>
            <p:nvPr userDrawn="1"/>
          </p:nvGrpSpPr>
          <p:grpSpPr>
            <a:xfrm>
              <a:off x="-376736" y="4400186"/>
              <a:ext cx="283685" cy="283685"/>
              <a:chOff x="-510741" y="5913713"/>
              <a:chExt cx="267555" cy="267555"/>
            </a:xfrm>
          </p:grpSpPr>
          <p:sp>
            <p:nvSpPr>
              <p:cNvPr id="103" name="Ovaal 102">
                <a:extLst>
                  <a:ext uri="{FF2B5EF4-FFF2-40B4-BE49-F238E27FC236}">
                    <a16:creationId xmlns:a16="http://schemas.microsoft.com/office/drawing/2014/main" id="{35BF5460-7B77-4DB5-A8F1-D1ED5B6088C7}"/>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104" name="Graphic 163" descr="Informatie">
                <a:extLst>
                  <a:ext uri="{FF2B5EF4-FFF2-40B4-BE49-F238E27FC236}">
                    <a16:creationId xmlns:a16="http://schemas.microsoft.com/office/drawing/2014/main" id="{A0D2047C-CAE8-4708-842E-9E3B4C200E69}"/>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50" name="VOORBEELD">
              <a:extLst>
                <a:ext uri="{FF2B5EF4-FFF2-40B4-BE49-F238E27FC236}">
                  <a16:creationId xmlns:a16="http://schemas.microsoft.com/office/drawing/2014/main" id="{00E9F0CA-CD1C-4CF9-8BFC-724784A93071}"/>
                </a:ext>
              </a:extLst>
            </p:cNvPr>
            <p:cNvGrpSpPr/>
            <p:nvPr userDrawn="1"/>
          </p:nvGrpSpPr>
          <p:grpSpPr>
            <a:xfrm>
              <a:off x="-3605171" y="458674"/>
              <a:ext cx="3234311" cy="558875"/>
              <a:chOff x="-3605171" y="458674"/>
              <a:chExt cx="3234311" cy="558875"/>
            </a:xfrm>
          </p:grpSpPr>
          <p:sp>
            <p:nvSpPr>
              <p:cNvPr id="51" name="Rechthoek 50">
                <a:extLst>
                  <a:ext uri="{FF2B5EF4-FFF2-40B4-BE49-F238E27FC236}">
                    <a16:creationId xmlns:a16="http://schemas.microsoft.com/office/drawing/2014/main" id="{E35BB521-EDC6-47C5-AC48-53238B758253}"/>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52" name="Rechthoek 51">
                <a:extLst>
                  <a:ext uri="{FF2B5EF4-FFF2-40B4-BE49-F238E27FC236}">
                    <a16:creationId xmlns:a16="http://schemas.microsoft.com/office/drawing/2014/main" id="{15767DDB-DA37-42AD-8FA6-F01BD32CE1BD}"/>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53" name="Groep 52">
                <a:extLst>
                  <a:ext uri="{FF2B5EF4-FFF2-40B4-BE49-F238E27FC236}">
                    <a16:creationId xmlns:a16="http://schemas.microsoft.com/office/drawing/2014/main" id="{B2F1DE9C-234E-4D9E-A18F-2022E3624BD3}"/>
                  </a:ext>
                </a:extLst>
              </p:cNvPr>
              <p:cNvGrpSpPr/>
              <p:nvPr userDrawn="1"/>
            </p:nvGrpSpPr>
            <p:grpSpPr>
              <a:xfrm>
                <a:off x="-3386247" y="830871"/>
                <a:ext cx="139423" cy="109566"/>
                <a:chOff x="-2866744" y="827071"/>
                <a:chExt cx="168701" cy="132575"/>
              </a:xfrm>
            </p:grpSpPr>
            <p:grpSp>
              <p:nvGrpSpPr>
                <p:cNvPr id="96" name="Groep 95">
                  <a:extLst>
                    <a:ext uri="{FF2B5EF4-FFF2-40B4-BE49-F238E27FC236}">
                      <a16:creationId xmlns:a16="http://schemas.microsoft.com/office/drawing/2014/main" id="{EA3D2AA3-38E6-4D7C-93DA-9C7CAF77C26C}"/>
                    </a:ext>
                  </a:extLst>
                </p:cNvPr>
                <p:cNvGrpSpPr/>
                <p:nvPr userDrawn="1"/>
              </p:nvGrpSpPr>
              <p:grpSpPr>
                <a:xfrm>
                  <a:off x="-2866744" y="827071"/>
                  <a:ext cx="168701" cy="132575"/>
                  <a:chOff x="-2866744" y="827071"/>
                  <a:chExt cx="168701" cy="132575"/>
                </a:xfrm>
              </p:grpSpPr>
              <p:cxnSp>
                <p:nvCxnSpPr>
                  <p:cNvPr id="98" name="Rechte verbindingslijn 97">
                    <a:extLst>
                      <a:ext uri="{FF2B5EF4-FFF2-40B4-BE49-F238E27FC236}">
                        <a16:creationId xmlns:a16="http://schemas.microsoft.com/office/drawing/2014/main" id="{DD8892A5-5A77-4140-AEF2-6F42D0A4E144}"/>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99" name="Rechte verbindingslijn 98">
                    <a:extLst>
                      <a:ext uri="{FF2B5EF4-FFF2-40B4-BE49-F238E27FC236}">
                        <a16:creationId xmlns:a16="http://schemas.microsoft.com/office/drawing/2014/main" id="{F56086BA-D9FF-49BE-8352-28393BCAD2A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00" name="Rechte verbindingslijn 99">
                    <a:extLst>
                      <a:ext uri="{FF2B5EF4-FFF2-40B4-BE49-F238E27FC236}">
                        <a16:creationId xmlns:a16="http://schemas.microsoft.com/office/drawing/2014/main" id="{4CD4FF99-60AF-4934-BC4E-67B4BDD4C77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01" name="Rechte verbindingslijn 100">
                    <a:extLst>
                      <a:ext uri="{FF2B5EF4-FFF2-40B4-BE49-F238E27FC236}">
                        <a16:creationId xmlns:a16="http://schemas.microsoft.com/office/drawing/2014/main" id="{6B142F28-00AD-4274-B83F-36150C5D971D}"/>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AE3CCEE3-75B6-4148-8950-93CCA58D4D99}"/>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97" name="Pijl: rechts 96">
                  <a:extLst>
                    <a:ext uri="{FF2B5EF4-FFF2-40B4-BE49-F238E27FC236}">
                      <a16:creationId xmlns:a16="http://schemas.microsoft.com/office/drawing/2014/main" id="{484BED1C-904D-41DA-AECF-83576E67152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58" name="Groep 57">
                <a:extLst>
                  <a:ext uri="{FF2B5EF4-FFF2-40B4-BE49-F238E27FC236}">
                    <a16:creationId xmlns:a16="http://schemas.microsoft.com/office/drawing/2014/main" id="{3DA444E6-6B82-4E91-9DCE-7549C15F9DF8}"/>
                  </a:ext>
                </a:extLst>
              </p:cNvPr>
              <p:cNvGrpSpPr/>
              <p:nvPr userDrawn="1"/>
            </p:nvGrpSpPr>
            <p:grpSpPr>
              <a:xfrm>
                <a:off x="-3605171" y="830871"/>
                <a:ext cx="139423" cy="109566"/>
                <a:chOff x="-2866744" y="518074"/>
                <a:chExt cx="168701" cy="132575"/>
              </a:xfrm>
            </p:grpSpPr>
            <p:grpSp>
              <p:nvGrpSpPr>
                <p:cNvPr id="89" name="Groep 88">
                  <a:extLst>
                    <a:ext uri="{FF2B5EF4-FFF2-40B4-BE49-F238E27FC236}">
                      <a16:creationId xmlns:a16="http://schemas.microsoft.com/office/drawing/2014/main" id="{C7972E4E-E3CC-40CA-8927-ECD2B4D234A2}"/>
                    </a:ext>
                  </a:extLst>
                </p:cNvPr>
                <p:cNvGrpSpPr/>
                <p:nvPr userDrawn="1"/>
              </p:nvGrpSpPr>
              <p:grpSpPr>
                <a:xfrm>
                  <a:off x="-2866744" y="518074"/>
                  <a:ext cx="168701" cy="132575"/>
                  <a:chOff x="-2866744" y="518074"/>
                  <a:chExt cx="168701" cy="132575"/>
                </a:xfrm>
              </p:grpSpPr>
              <p:cxnSp>
                <p:nvCxnSpPr>
                  <p:cNvPr id="91" name="Rechte verbindingslijn 90">
                    <a:extLst>
                      <a:ext uri="{FF2B5EF4-FFF2-40B4-BE49-F238E27FC236}">
                        <a16:creationId xmlns:a16="http://schemas.microsoft.com/office/drawing/2014/main" id="{CF91AAAD-7811-4F0D-96F8-C2D9C9182B12}"/>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92" name="Rechte verbindingslijn 91">
                    <a:extLst>
                      <a:ext uri="{FF2B5EF4-FFF2-40B4-BE49-F238E27FC236}">
                        <a16:creationId xmlns:a16="http://schemas.microsoft.com/office/drawing/2014/main" id="{D8BFDEDF-81DC-49D0-B10D-5023CBB1337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93" name="Rechte verbindingslijn 92">
                    <a:extLst>
                      <a:ext uri="{FF2B5EF4-FFF2-40B4-BE49-F238E27FC236}">
                        <a16:creationId xmlns:a16="http://schemas.microsoft.com/office/drawing/2014/main" id="{7059099B-E1B0-44ED-9B0A-9BF47DD8931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94" name="Rechte verbindingslijn 93">
                    <a:extLst>
                      <a:ext uri="{FF2B5EF4-FFF2-40B4-BE49-F238E27FC236}">
                        <a16:creationId xmlns:a16="http://schemas.microsoft.com/office/drawing/2014/main" id="{F6B6D9E2-D245-483B-8F0B-EF400A900529}"/>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95" name="Rechte verbindingslijn 94">
                    <a:extLst>
                      <a:ext uri="{FF2B5EF4-FFF2-40B4-BE49-F238E27FC236}">
                        <a16:creationId xmlns:a16="http://schemas.microsoft.com/office/drawing/2014/main" id="{79F187A5-4AE7-472A-BC25-8C60B62AE62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90" name="Pijl: rechts 89">
                  <a:extLst>
                    <a:ext uri="{FF2B5EF4-FFF2-40B4-BE49-F238E27FC236}">
                      <a16:creationId xmlns:a16="http://schemas.microsoft.com/office/drawing/2014/main" id="{F14A01EF-313C-4242-BC3F-0CD485DEE54D}"/>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63" name="Rechte verbindingslijn 62">
                <a:extLst>
                  <a:ext uri="{FF2B5EF4-FFF2-40B4-BE49-F238E27FC236}">
                    <a16:creationId xmlns:a16="http://schemas.microsoft.com/office/drawing/2014/main" id="{7A5DF2AD-F386-45BB-805D-8AB6DB0F2F32}"/>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68" name="Rechte verbindingslijn 67">
                <a:extLst>
                  <a:ext uri="{FF2B5EF4-FFF2-40B4-BE49-F238E27FC236}">
                    <a16:creationId xmlns:a16="http://schemas.microsoft.com/office/drawing/2014/main" id="{DDEA6A70-A392-48F9-8CBD-17550446EA0E}"/>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69" name="Rechthoek 68">
                <a:extLst>
                  <a:ext uri="{FF2B5EF4-FFF2-40B4-BE49-F238E27FC236}">
                    <a16:creationId xmlns:a16="http://schemas.microsoft.com/office/drawing/2014/main" id="{3878BB00-AD66-428B-BFA0-CFDD90BA3D9B}"/>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70" name="Rechthoek 69">
                <a:extLst>
                  <a:ext uri="{FF2B5EF4-FFF2-40B4-BE49-F238E27FC236}">
                    <a16:creationId xmlns:a16="http://schemas.microsoft.com/office/drawing/2014/main" id="{8DD30F50-7DD9-42E8-A15A-A5DAEA8C2F77}"/>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71" name="Groep 70">
                <a:extLst>
                  <a:ext uri="{FF2B5EF4-FFF2-40B4-BE49-F238E27FC236}">
                    <a16:creationId xmlns:a16="http://schemas.microsoft.com/office/drawing/2014/main" id="{1783435A-A6D8-4A58-AE26-6AB8DED5A081}"/>
                  </a:ext>
                </a:extLst>
              </p:cNvPr>
              <p:cNvGrpSpPr/>
              <p:nvPr userDrawn="1"/>
            </p:nvGrpSpPr>
            <p:grpSpPr>
              <a:xfrm>
                <a:off x="-2916763" y="769168"/>
                <a:ext cx="268738" cy="248381"/>
                <a:chOff x="-2916763" y="769168"/>
                <a:chExt cx="268738" cy="248381"/>
              </a:xfrm>
            </p:grpSpPr>
            <p:sp>
              <p:nvSpPr>
                <p:cNvPr id="81" name="Rechthoek 80">
                  <a:extLst>
                    <a:ext uri="{FF2B5EF4-FFF2-40B4-BE49-F238E27FC236}">
                      <a16:creationId xmlns:a16="http://schemas.microsoft.com/office/drawing/2014/main" id="{986CA39D-4DC5-4E73-889E-F4F5518800FF}"/>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82" name="Groep 81">
                  <a:extLst>
                    <a:ext uri="{FF2B5EF4-FFF2-40B4-BE49-F238E27FC236}">
                      <a16:creationId xmlns:a16="http://schemas.microsoft.com/office/drawing/2014/main" id="{4A57194B-78A9-4C10-8BFA-11DA99241367}"/>
                    </a:ext>
                  </a:extLst>
                </p:cNvPr>
                <p:cNvGrpSpPr/>
                <p:nvPr userDrawn="1"/>
              </p:nvGrpSpPr>
              <p:grpSpPr>
                <a:xfrm>
                  <a:off x="-2866744" y="827071"/>
                  <a:ext cx="168701" cy="132575"/>
                  <a:chOff x="-2866744" y="827071"/>
                  <a:chExt cx="168701" cy="132575"/>
                </a:xfrm>
              </p:grpSpPr>
              <p:cxnSp>
                <p:nvCxnSpPr>
                  <p:cNvPr id="84" name="Rechte verbindingslijn 83">
                    <a:extLst>
                      <a:ext uri="{FF2B5EF4-FFF2-40B4-BE49-F238E27FC236}">
                        <a16:creationId xmlns:a16="http://schemas.microsoft.com/office/drawing/2014/main" id="{3D94A9D4-A06E-4D81-94A7-A53D0DEB3A2D}"/>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C4D42840-642A-4DEE-9C8C-9D17EBE18A9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86" name="Rechte verbindingslijn 85">
                    <a:extLst>
                      <a:ext uri="{FF2B5EF4-FFF2-40B4-BE49-F238E27FC236}">
                        <a16:creationId xmlns:a16="http://schemas.microsoft.com/office/drawing/2014/main" id="{B488137A-CF23-482A-B5A1-46B607948A6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6AD07A72-074A-4EA5-A03A-4DAAE902D72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9A9359F8-7DA2-44B9-9359-ED80C046E4C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3" name="Pijl: rechts 82">
                  <a:extLst>
                    <a:ext uri="{FF2B5EF4-FFF2-40B4-BE49-F238E27FC236}">
                      <a16:creationId xmlns:a16="http://schemas.microsoft.com/office/drawing/2014/main" id="{547270E4-F694-4BB1-80C2-CD856153A26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72" name="Groep 71">
                <a:extLst>
                  <a:ext uri="{FF2B5EF4-FFF2-40B4-BE49-F238E27FC236}">
                    <a16:creationId xmlns:a16="http://schemas.microsoft.com/office/drawing/2014/main" id="{8C3C778D-F061-450F-907E-64D03030CDC1}"/>
                  </a:ext>
                </a:extLst>
              </p:cNvPr>
              <p:cNvGrpSpPr/>
              <p:nvPr userDrawn="1"/>
            </p:nvGrpSpPr>
            <p:grpSpPr>
              <a:xfrm>
                <a:off x="-2916763" y="460171"/>
                <a:ext cx="268738" cy="248381"/>
                <a:chOff x="-2916763" y="460171"/>
                <a:chExt cx="268738" cy="248381"/>
              </a:xfrm>
            </p:grpSpPr>
            <p:sp>
              <p:nvSpPr>
                <p:cNvPr id="73" name="Rechthoek 72">
                  <a:extLst>
                    <a:ext uri="{FF2B5EF4-FFF2-40B4-BE49-F238E27FC236}">
                      <a16:creationId xmlns:a16="http://schemas.microsoft.com/office/drawing/2014/main" id="{3458BCE8-4A3E-45B9-B9A8-C485FC848CEE}"/>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74" name="Groep 73">
                  <a:extLst>
                    <a:ext uri="{FF2B5EF4-FFF2-40B4-BE49-F238E27FC236}">
                      <a16:creationId xmlns:a16="http://schemas.microsoft.com/office/drawing/2014/main" id="{CD7A95C1-B018-425F-A4B9-88988B59B911}"/>
                    </a:ext>
                  </a:extLst>
                </p:cNvPr>
                <p:cNvGrpSpPr/>
                <p:nvPr userDrawn="1"/>
              </p:nvGrpSpPr>
              <p:grpSpPr>
                <a:xfrm>
                  <a:off x="-2866744" y="518074"/>
                  <a:ext cx="168701" cy="132575"/>
                  <a:chOff x="-2866744" y="518074"/>
                  <a:chExt cx="168701" cy="132575"/>
                </a:xfrm>
              </p:grpSpPr>
              <p:cxnSp>
                <p:nvCxnSpPr>
                  <p:cNvPr id="76" name="Rechte verbindingslijn 75">
                    <a:extLst>
                      <a:ext uri="{FF2B5EF4-FFF2-40B4-BE49-F238E27FC236}">
                        <a16:creationId xmlns:a16="http://schemas.microsoft.com/office/drawing/2014/main" id="{2BC53A7B-19A2-46D1-BD93-03F92CB14691}"/>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B7CFD34D-19CE-4A66-ADF6-0D60EACAF47D}"/>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DD3FC388-167A-4329-BC43-C7EF9E22746D}"/>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0D462DC3-2DB6-485C-9D1E-4AEBEF775727}"/>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F85B9976-AB33-46A4-867C-F8BB7D05180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75" name="Pijl: rechts 74">
                  <a:extLst>
                    <a:ext uri="{FF2B5EF4-FFF2-40B4-BE49-F238E27FC236}">
                      <a16:creationId xmlns:a16="http://schemas.microsoft.com/office/drawing/2014/main" id="{3230F2D2-8A1B-416C-A1E6-553CAEEFF8F6}"/>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grpSp>
        <p:nvGrpSpPr>
          <p:cNvPr id="105" name="INSTRUCTIE">
            <a:extLst>
              <a:ext uri="{FF2B5EF4-FFF2-40B4-BE49-F238E27FC236}">
                <a16:creationId xmlns:a16="http://schemas.microsoft.com/office/drawing/2014/main" id="{D46DF7CC-47E9-4F5A-B487-CBA9D791ADA3}"/>
              </a:ext>
            </a:extLst>
          </p:cNvPr>
          <p:cNvGrpSpPr/>
          <p:nvPr userDrawn="1"/>
        </p:nvGrpSpPr>
        <p:grpSpPr>
          <a:xfrm>
            <a:off x="12377595" y="0"/>
            <a:ext cx="3693386" cy="5270646"/>
            <a:chOff x="-3786437" y="0"/>
            <a:chExt cx="3693386" cy="5270646"/>
          </a:xfrm>
        </p:grpSpPr>
        <p:sp>
          <p:nvSpPr>
            <p:cNvPr id="106" name="Rechthoek 105">
              <a:extLst>
                <a:ext uri="{FF2B5EF4-FFF2-40B4-BE49-F238E27FC236}">
                  <a16:creationId xmlns:a16="http://schemas.microsoft.com/office/drawing/2014/main" id="{DACF0AB3-2C96-46AD-BE37-D479DD83C6BA}"/>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sp>
          <p:nvSpPr>
            <p:cNvPr id="107" name="Rechthoek 106">
              <a:extLst>
                <a:ext uri="{FF2B5EF4-FFF2-40B4-BE49-F238E27FC236}">
                  <a16:creationId xmlns:a16="http://schemas.microsoft.com/office/drawing/2014/main" id="{327EAAA7-B95A-4DBB-ABE4-436452E4826B}"/>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Afbeelding invoegen/opmaken</a:t>
              </a:r>
            </a:p>
          </p:txBody>
        </p:sp>
        <p:sp>
          <p:nvSpPr>
            <p:cNvPr id="108" name="Ovaal 107">
              <a:extLst>
                <a:ext uri="{FF2B5EF4-FFF2-40B4-BE49-F238E27FC236}">
                  <a16:creationId xmlns:a16="http://schemas.microsoft.com/office/drawing/2014/main" id="{D5CD3DAF-1478-4D41-8A18-E922EB05EF6B}"/>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09" name="Rechthoek 108">
              <a:extLst>
                <a:ext uri="{FF2B5EF4-FFF2-40B4-BE49-F238E27FC236}">
                  <a16:creationId xmlns:a16="http://schemas.microsoft.com/office/drawing/2014/main" id="{F1DEB4C9-59E3-42A4-99CF-212B4C3F3A98}"/>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10" name="Groep 109">
              <a:extLst>
                <a:ext uri="{FF2B5EF4-FFF2-40B4-BE49-F238E27FC236}">
                  <a16:creationId xmlns:a16="http://schemas.microsoft.com/office/drawing/2014/main" id="{4B4AF96E-B8DB-4E1B-88E5-C8C2CFD28DE2}"/>
                </a:ext>
              </a:extLst>
            </p:cNvPr>
            <p:cNvGrpSpPr/>
            <p:nvPr userDrawn="1"/>
          </p:nvGrpSpPr>
          <p:grpSpPr>
            <a:xfrm>
              <a:off x="-3316179" y="1231351"/>
              <a:ext cx="294789" cy="318834"/>
              <a:chOff x="14466489" y="1001522"/>
              <a:chExt cx="290627" cy="314333"/>
            </a:xfrm>
          </p:grpSpPr>
          <p:sp>
            <p:nvSpPr>
              <p:cNvPr id="139" name="Rechthoek 138">
                <a:extLst>
                  <a:ext uri="{FF2B5EF4-FFF2-40B4-BE49-F238E27FC236}">
                    <a16:creationId xmlns:a16="http://schemas.microsoft.com/office/drawing/2014/main" id="{B2980D39-6B5B-4318-A044-895D8D0EDE9A}"/>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40" name="Ovaal 139">
                <a:extLst>
                  <a:ext uri="{FF2B5EF4-FFF2-40B4-BE49-F238E27FC236}">
                    <a16:creationId xmlns:a16="http://schemas.microsoft.com/office/drawing/2014/main" id="{066CAB14-3C2C-45F8-A424-06B443C1DC0C}"/>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41" name="Vrije vorm: vorm 140">
                <a:extLst>
                  <a:ext uri="{FF2B5EF4-FFF2-40B4-BE49-F238E27FC236}">
                    <a16:creationId xmlns:a16="http://schemas.microsoft.com/office/drawing/2014/main" id="{41D5ED00-468D-4CBD-8F83-500D903D31D5}"/>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42" name="Rechthoek: afgeronde hoeken 141">
                <a:extLst>
                  <a:ext uri="{FF2B5EF4-FFF2-40B4-BE49-F238E27FC236}">
                    <a16:creationId xmlns:a16="http://schemas.microsoft.com/office/drawing/2014/main" id="{E0F8B9E1-632F-428D-9E15-1CB6697EBD55}"/>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cxnSp>
            <p:nvCxnSpPr>
              <p:cNvPr id="143" name="Rechte verbindingslijn 142">
                <a:extLst>
                  <a:ext uri="{FF2B5EF4-FFF2-40B4-BE49-F238E27FC236}">
                    <a16:creationId xmlns:a16="http://schemas.microsoft.com/office/drawing/2014/main" id="{165844BC-06ED-4902-8987-9A502488E36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4" name="Rechte verbindingslijn 143">
                <a:extLst>
                  <a:ext uri="{FF2B5EF4-FFF2-40B4-BE49-F238E27FC236}">
                    <a16:creationId xmlns:a16="http://schemas.microsoft.com/office/drawing/2014/main" id="{3F5BFABD-F3AF-479A-A1A0-8BFD44284CE3}"/>
                  </a:ext>
                </a:extLst>
              </p:cNvPr>
              <p:cNvCxnSpPr>
                <a:cxnSpLocks/>
                <a:stCxn id="142"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11" name="Ovaal 110">
              <a:extLst>
                <a:ext uri="{FF2B5EF4-FFF2-40B4-BE49-F238E27FC236}">
                  <a16:creationId xmlns:a16="http://schemas.microsoft.com/office/drawing/2014/main" id="{BAA34125-E5E5-4B24-8098-2CFBBBF0BCF5}"/>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12" name="Rechthoek 111">
              <a:extLst>
                <a:ext uri="{FF2B5EF4-FFF2-40B4-BE49-F238E27FC236}">
                  <a16:creationId xmlns:a16="http://schemas.microsoft.com/office/drawing/2014/main" id="{85D20A29-2684-437C-BD08-D9FF670B1092}"/>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13" name="Groep 112">
              <a:extLst>
                <a:ext uri="{FF2B5EF4-FFF2-40B4-BE49-F238E27FC236}">
                  <a16:creationId xmlns:a16="http://schemas.microsoft.com/office/drawing/2014/main" id="{CDE7F224-2885-4354-89A9-9A740118BC23}"/>
                </a:ext>
              </a:extLst>
            </p:cNvPr>
            <p:cNvGrpSpPr/>
            <p:nvPr userDrawn="1"/>
          </p:nvGrpSpPr>
          <p:grpSpPr>
            <a:xfrm>
              <a:off x="-3311319" y="2164285"/>
              <a:ext cx="825500" cy="209550"/>
              <a:chOff x="13504624" y="2482850"/>
              <a:chExt cx="825500" cy="209550"/>
            </a:xfrm>
          </p:grpSpPr>
          <p:sp>
            <p:nvSpPr>
              <p:cNvPr id="136" name="Rechthoek 135">
                <a:extLst>
                  <a:ext uri="{FF2B5EF4-FFF2-40B4-BE49-F238E27FC236}">
                    <a16:creationId xmlns:a16="http://schemas.microsoft.com/office/drawing/2014/main" id="{AA40C69C-9787-4C43-A7D8-7C2E1FEEFF5E}"/>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137" name="Rechte verbindingslijn 136">
                <a:extLst>
                  <a:ext uri="{FF2B5EF4-FFF2-40B4-BE49-F238E27FC236}">
                    <a16:creationId xmlns:a16="http://schemas.microsoft.com/office/drawing/2014/main" id="{D5BBEF4B-AC76-42DA-8C10-87CD974CE802}"/>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38" name="Gelijkbenige driehoek 137">
                <a:extLst>
                  <a:ext uri="{FF2B5EF4-FFF2-40B4-BE49-F238E27FC236}">
                    <a16:creationId xmlns:a16="http://schemas.microsoft.com/office/drawing/2014/main" id="{6BD19BD8-8855-4972-96ED-4E30242CBC6C}"/>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sp>
          <p:nvSpPr>
            <p:cNvPr id="114" name="Ovaal 113">
              <a:extLst>
                <a:ext uri="{FF2B5EF4-FFF2-40B4-BE49-F238E27FC236}">
                  <a16:creationId xmlns:a16="http://schemas.microsoft.com/office/drawing/2014/main" id="{FCCDE6E3-9163-484B-8329-7B24564A03EA}"/>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15" name="Rechthoek 114">
              <a:extLst>
                <a:ext uri="{FF2B5EF4-FFF2-40B4-BE49-F238E27FC236}">
                  <a16:creationId xmlns:a16="http://schemas.microsoft.com/office/drawing/2014/main" id="{60E0564D-00D4-4636-B287-F2B8D04F31D3}"/>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116" name="Groep 115">
              <a:extLst>
                <a:ext uri="{FF2B5EF4-FFF2-40B4-BE49-F238E27FC236}">
                  <a16:creationId xmlns:a16="http://schemas.microsoft.com/office/drawing/2014/main" id="{423580D8-50C7-41A4-9968-40D503CB5025}"/>
                </a:ext>
              </a:extLst>
            </p:cNvPr>
            <p:cNvGrpSpPr/>
            <p:nvPr userDrawn="1"/>
          </p:nvGrpSpPr>
          <p:grpSpPr>
            <a:xfrm>
              <a:off x="-3408294" y="3643742"/>
              <a:ext cx="622283" cy="612920"/>
              <a:chOff x="12617641" y="3403239"/>
              <a:chExt cx="752963" cy="741634"/>
            </a:xfrm>
          </p:grpSpPr>
          <p:grpSp>
            <p:nvGrpSpPr>
              <p:cNvPr id="120" name="Groep 119">
                <a:extLst>
                  <a:ext uri="{FF2B5EF4-FFF2-40B4-BE49-F238E27FC236}">
                    <a16:creationId xmlns:a16="http://schemas.microsoft.com/office/drawing/2014/main" id="{43765FA3-295E-4D9E-85CC-B7552E5E624D}"/>
                  </a:ext>
                </a:extLst>
              </p:cNvPr>
              <p:cNvGrpSpPr/>
              <p:nvPr userDrawn="1"/>
            </p:nvGrpSpPr>
            <p:grpSpPr>
              <a:xfrm>
                <a:off x="12771530" y="3403239"/>
                <a:ext cx="467176" cy="448491"/>
                <a:chOff x="12782157" y="3403239"/>
                <a:chExt cx="467176" cy="448491"/>
              </a:xfrm>
            </p:grpSpPr>
            <p:grpSp>
              <p:nvGrpSpPr>
                <p:cNvPr id="123" name="Groep 122">
                  <a:extLst>
                    <a:ext uri="{FF2B5EF4-FFF2-40B4-BE49-F238E27FC236}">
                      <a16:creationId xmlns:a16="http://schemas.microsoft.com/office/drawing/2014/main" id="{D316BF9C-6878-4A45-8C1B-519B5EA42CC7}"/>
                    </a:ext>
                  </a:extLst>
                </p:cNvPr>
                <p:cNvGrpSpPr/>
                <p:nvPr userDrawn="1"/>
              </p:nvGrpSpPr>
              <p:grpSpPr>
                <a:xfrm>
                  <a:off x="12782157" y="3403239"/>
                  <a:ext cx="412976" cy="396132"/>
                  <a:chOff x="13554906" y="3320109"/>
                  <a:chExt cx="443917" cy="425811"/>
                </a:xfrm>
              </p:grpSpPr>
              <p:grpSp>
                <p:nvGrpSpPr>
                  <p:cNvPr id="130" name="Groep 129">
                    <a:extLst>
                      <a:ext uri="{FF2B5EF4-FFF2-40B4-BE49-F238E27FC236}">
                        <a16:creationId xmlns:a16="http://schemas.microsoft.com/office/drawing/2014/main" id="{D3E09620-B9C6-417E-8925-8AE8D7C48154}"/>
                      </a:ext>
                    </a:extLst>
                  </p:cNvPr>
                  <p:cNvGrpSpPr/>
                  <p:nvPr userDrawn="1"/>
                </p:nvGrpSpPr>
                <p:grpSpPr>
                  <a:xfrm>
                    <a:off x="13554906" y="3320109"/>
                    <a:ext cx="443917" cy="425811"/>
                    <a:chOff x="12909684" y="1276143"/>
                    <a:chExt cx="443917" cy="425811"/>
                  </a:xfrm>
                </p:grpSpPr>
                <p:sp>
                  <p:nvSpPr>
                    <p:cNvPr id="133" name="Rechthoek 132">
                      <a:extLst>
                        <a:ext uri="{FF2B5EF4-FFF2-40B4-BE49-F238E27FC236}">
                          <a16:creationId xmlns:a16="http://schemas.microsoft.com/office/drawing/2014/main" id="{CDED8C67-CF73-4072-A7A5-E352D6808C05}"/>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34" name="Rechthoek 133">
                      <a:extLst>
                        <a:ext uri="{FF2B5EF4-FFF2-40B4-BE49-F238E27FC236}">
                          <a16:creationId xmlns:a16="http://schemas.microsoft.com/office/drawing/2014/main" id="{4CA81D24-EBD0-4651-9AE6-25572160B014}"/>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35" name="Ovaal 134">
                      <a:extLst>
                        <a:ext uri="{FF2B5EF4-FFF2-40B4-BE49-F238E27FC236}">
                          <a16:creationId xmlns:a16="http://schemas.microsoft.com/office/drawing/2014/main" id="{9AD88D8E-FF7D-4DAD-A613-E25DB8001A99}"/>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pic>
                <p:nvPicPr>
                  <p:cNvPr id="131" name="Afbeelding 130">
                    <a:extLst>
                      <a:ext uri="{FF2B5EF4-FFF2-40B4-BE49-F238E27FC236}">
                        <a16:creationId xmlns:a16="http://schemas.microsoft.com/office/drawing/2014/main" id="{9AE2380F-8FD2-40C8-AB2F-F3F474A30DEA}"/>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32" name="Afbeelding 131">
                    <a:extLst>
                      <a:ext uri="{FF2B5EF4-FFF2-40B4-BE49-F238E27FC236}">
                        <a16:creationId xmlns:a16="http://schemas.microsoft.com/office/drawing/2014/main" id="{1AD37831-A992-4519-90BF-00DDEFBAF37D}"/>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24" name="Groep 123">
                  <a:extLst>
                    <a:ext uri="{FF2B5EF4-FFF2-40B4-BE49-F238E27FC236}">
                      <a16:creationId xmlns:a16="http://schemas.microsoft.com/office/drawing/2014/main" id="{6CC1AFF9-E35B-4254-972D-E3F6154B59E4}"/>
                    </a:ext>
                  </a:extLst>
                </p:cNvPr>
                <p:cNvGrpSpPr/>
                <p:nvPr userDrawn="1"/>
              </p:nvGrpSpPr>
              <p:grpSpPr>
                <a:xfrm>
                  <a:off x="13103513" y="3705268"/>
                  <a:ext cx="145820" cy="146462"/>
                  <a:chOff x="13096169" y="3602278"/>
                  <a:chExt cx="145820" cy="146462"/>
                </a:xfrm>
              </p:grpSpPr>
              <p:sp>
                <p:nvSpPr>
                  <p:cNvPr id="128" name="Rechthoek 127">
                    <a:extLst>
                      <a:ext uri="{FF2B5EF4-FFF2-40B4-BE49-F238E27FC236}">
                        <a16:creationId xmlns:a16="http://schemas.microsoft.com/office/drawing/2014/main" id="{AE3E18B2-B2E1-4D4F-8B2B-F85C04185A7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29" name="Rechthoek 128">
                    <a:extLst>
                      <a:ext uri="{FF2B5EF4-FFF2-40B4-BE49-F238E27FC236}">
                        <a16:creationId xmlns:a16="http://schemas.microsoft.com/office/drawing/2014/main" id="{D5EDA396-8D64-4B03-BED4-6A31A8344CD3}"/>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125" name="Groep 124">
                  <a:extLst>
                    <a:ext uri="{FF2B5EF4-FFF2-40B4-BE49-F238E27FC236}">
                      <a16:creationId xmlns:a16="http://schemas.microsoft.com/office/drawing/2014/main" id="{8B953C16-7507-4C01-95E7-7871A3EE73C8}"/>
                    </a:ext>
                  </a:extLst>
                </p:cNvPr>
                <p:cNvGrpSpPr/>
                <p:nvPr userDrawn="1"/>
              </p:nvGrpSpPr>
              <p:grpSpPr>
                <a:xfrm rot="10800000">
                  <a:off x="13061402" y="3665637"/>
                  <a:ext cx="145820" cy="146462"/>
                  <a:chOff x="13096169" y="3602278"/>
                  <a:chExt cx="145820" cy="146462"/>
                </a:xfrm>
              </p:grpSpPr>
              <p:sp>
                <p:nvSpPr>
                  <p:cNvPr id="126" name="Rechthoek 125">
                    <a:extLst>
                      <a:ext uri="{FF2B5EF4-FFF2-40B4-BE49-F238E27FC236}">
                        <a16:creationId xmlns:a16="http://schemas.microsoft.com/office/drawing/2014/main" id="{2F8F7211-71A0-4A84-9551-AC0D0310D23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27" name="Rechthoek 126">
                    <a:extLst>
                      <a:ext uri="{FF2B5EF4-FFF2-40B4-BE49-F238E27FC236}">
                        <a16:creationId xmlns:a16="http://schemas.microsoft.com/office/drawing/2014/main" id="{439CFBA1-1C62-49EF-9E70-9AB2F4F8072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121" name="Rechthoek 120">
                <a:extLst>
                  <a:ext uri="{FF2B5EF4-FFF2-40B4-BE49-F238E27FC236}">
                    <a16:creationId xmlns:a16="http://schemas.microsoft.com/office/drawing/2014/main" id="{635B1D10-92E4-4A35-8C13-8971A5B3994D}"/>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Bijsnijden</a:t>
                </a:r>
              </a:p>
            </p:txBody>
          </p:sp>
          <p:sp>
            <p:nvSpPr>
              <p:cNvPr id="122" name="Gelijkbenige driehoek 121">
                <a:extLst>
                  <a:ext uri="{FF2B5EF4-FFF2-40B4-BE49-F238E27FC236}">
                    <a16:creationId xmlns:a16="http://schemas.microsoft.com/office/drawing/2014/main" id="{BD0F6CBF-575E-4E62-B69F-BD4DDDD19451}"/>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117" name="ICOON_info">
              <a:extLst>
                <a:ext uri="{FF2B5EF4-FFF2-40B4-BE49-F238E27FC236}">
                  <a16:creationId xmlns:a16="http://schemas.microsoft.com/office/drawing/2014/main" id="{0E5E7A44-396D-4A2F-BD7C-63143ED4C574}"/>
                </a:ext>
              </a:extLst>
            </p:cNvPr>
            <p:cNvGrpSpPr/>
            <p:nvPr userDrawn="1"/>
          </p:nvGrpSpPr>
          <p:grpSpPr>
            <a:xfrm>
              <a:off x="-376736" y="4271597"/>
              <a:ext cx="283685" cy="283685"/>
              <a:chOff x="-510741" y="5913713"/>
              <a:chExt cx="267555" cy="267555"/>
            </a:xfrm>
          </p:grpSpPr>
          <p:sp>
            <p:nvSpPr>
              <p:cNvPr id="118" name="Ovaal 117">
                <a:extLst>
                  <a:ext uri="{FF2B5EF4-FFF2-40B4-BE49-F238E27FC236}">
                    <a16:creationId xmlns:a16="http://schemas.microsoft.com/office/drawing/2014/main" id="{1FD536BF-B430-45A5-8C1A-9A0EEF06C446}"/>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119" name="Graphic 163" descr="Informatie">
                <a:extLst>
                  <a:ext uri="{FF2B5EF4-FFF2-40B4-BE49-F238E27FC236}">
                    <a16:creationId xmlns:a16="http://schemas.microsoft.com/office/drawing/2014/main" id="{332FFADE-EDBD-4E0D-A63A-508269515821}"/>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215991679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TRODUCTION SLIDE + 2 IMAGE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5"/>
            <a:ext cx="11160125" cy="877887"/>
          </a:xfrm>
        </p:spPr>
        <p:txBody>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108209"/>
            <a:ext cx="2933400" cy="151790"/>
          </a:xfrm>
        </p:spPr>
        <p:txBody>
          <a:bodyPr/>
          <a:lstStyle/>
          <a:p>
            <a:fld id="{731CD031-FC28-41D7-9493-FCE2B056A56B}" type="datetime4">
              <a:rPr lang="nl-NL" noProof="0" smtClean="0"/>
              <a:t>16 oktober 2026</a:t>
            </a:fld>
            <a:endParaRPr lang="nl-NL" noProof="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108209"/>
            <a:ext cx="4114800" cy="151790"/>
          </a:xfrm>
        </p:spPr>
        <p:txBody>
          <a:bodyPr/>
          <a:lstStyle/>
          <a:p>
            <a:endParaRPr lang="nl-NL" noProof="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108209"/>
            <a:ext cx="284597" cy="151790"/>
          </a:xfrm>
        </p:spPr>
        <p:txBody>
          <a:bodyPr/>
          <a:lstStyle/>
          <a:p>
            <a:fld id="{D7B5DC5B-6873-43DB-ADC7-B15ACCE0DFDB}" type="slidenum">
              <a:rPr lang="nl-NL" noProof="0" smtClean="0"/>
              <a:t>‹#›</a:t>
            </a:fld>
            <a:endParaRPr lang="nl-NL" noProof="0"/>
          </a:p>
        </p:txBody>
      </p:sp>
      <p:sp>
        <p:nvSpPr>
          <p:cNvPr id="7" name="Rechthoek: afgeronde hoeken 6">
            <a:extLst>
              <a:ext uri="{FF2B5EF4-FFF2-40B4-BE49-F238E27FC236}">
                <a16:creationId xmlns:a16="http://schemas.microsoft.com/office/drawing/2014/main" id="{5682581D-A08E-4726-919C-43E290CAC50C}"/>
              </a:ext>
            </a:extLst>
          </p:cNvPr>
          <p:cNvSpPr/>
          <p:nvPr userDrawn="1"/>
        </p:nvSpPr>
        <p:spPr>
          <a:xfrm>
            <a:off x="0" y="-429492"/>
            <a:ext cx="5275483"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err="1">
                <a:solidFill>
                  <a:schemeClr val="accent2"/>
                </a:solidFill>
                <a:latin typeface="+mj-lt"/>
              </a:rPr>
              <a:t>INTRODUCTIon</a:t>
            </a:r>
            <a:r>
              <a:rPr lang="nl-NL" sz="2400" b="1" cap="all" baseline="0" noProof="0">
                <a:solidFill>
                  <a:schemeClr val="accent2"/>
                </a:solidFill>
                <a:latin typeface="+mj-lt"/>
              </a:rPr>
              <a:t> SLIDE + 2 images</a:t>
            </a:r>
          </a:p>
        </p:txBody>
      </p:sp>
      <p:sp>
        <p:nvSpPr>
          <p:cNvPr id="26" name="Tijdelijke aanduiding voor tekst 28">
            <a:extLst>
              <a:ext uri="{FF2B5EF4-FFF2-40B4-BE49-F238E27FC236}">
                <a16:creationId xmlns:a16="http://schemas.microsoft.com/office/drawing/2014/main" id="{1B2DAFC0-25D5-4839-B3F6-57F8A6CB5BE3}"/>
              </a:ext>
            </a:extLst>
          </p:cNvPr>
          <p:cNvSpPr>
            <a:spLocks noGrp="1"/>
          </p:cNvSpPr>
          <p:nvPr>
            <p:ph type="body" sz="quarter" idx="25" hasCustomPrompt="1"/>
          </p:nvPr>
        </p:nvSpPr>
        <p:spPr>
          <a:xfrm rot="16200000">
            <a:off x="7717078" y="748980"/>
            <a:ext cx="2557935" cy="5360032"/>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27" name="Tijdelijke aanduiding voor afbeelding 16">
            <a:extLst>
              <a:ext uri="{FF2B5EF4-FFF2-40B4-BE49-F238E27FC236}">
                <a16:creationId xmlns:a16="http://schemas.microsoft.com/office/drawing/2014/main" id="{90593DF4-32A9-4CAA-93E6-E0028C52ECA7}"/>
              </a:ext>
            </a:extLst>
          </p:cNvPr>
          <p:cNvSpPr>
            <a:spLocks noGrp="1"/>
          </p:cNvSpPr>
          <p:nvPr>
            <p:ph type="pic" sz="quarter" idx="26"/>
          </p:nvPr>
        </p:nvSpPr>
        <p:spPr>
          <a:xfrm>
            <a:off x="6316030" y="2150032"/>
            <a:ext cx="2557936" cy="2557935"/>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29" name="Tijdelijke aanduiding voor verticale tekst 2">
            <a:extLst>
              <a:ext uri="{FF2B5EF4-FFF2-40B4-BE49-F238E27FC236}">
                <a16:creationId xmlns:a16="http://schemas.microsoft.com/office/drawing/2014/main" id="{A6EDFAE4-2EA3-4DDF-8F3A-86960E2161A0}"/>
              </a:ext>
            </a:extLst>
          </p:cNvPr>
          <p:cNvSpPr>
            <a:spLocks noGrp="1"/>
          </p:cNvSpPr>
          <p:nvPr>
            <p:ph type="body" orient="vert" idx="27" hasCustomPrompt="1"/>
          </p:nvPr>
        </p:nvSpPr>
        <p:spPr>
          <a:xfrm>
            <a:off x="9130064" y="3585187"/>
            <a:ext cx="2289900" cy="87178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30" name="Tijdelijke aanduiding voor verticale tekst 2">
            <a:extLst>
              <a:ext uri="{FF2B5EF4-FFF2-40B4-BE49-F238E27FC236}">
                <a16:creationId xmlns:a16="http://schemas.microsoft.com/office/drawing/2014/main" id="{5FB592DA-866A-4ED6-9C14-10528FAD1A97}"/>
              </a:ext>
            </a:extLst>
          </p:cNvPr>
          <p:cNvSpPr>
            <a:spLocks noGrp="1"/>
          </p:cNvSpPr>
          <p:nvPr>
            <p:ph type="body" orient="vert" idx="28" hasCustomPrompt="1"/>
          </p:nvPr>
        </p:nvSpPr>
        <p:spPr>
          <a:xfrm>
            <a:off x="9130064" y="2408537"/>
            <a:ext cx="2289900"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r>
              <a:rPr lang="nl-NL" noProof="0" dirty="0"/>
              <a:t> (2 </a:t>
            </a:r>
            <a:r>
              <a:rPr lang="nl-NL" noProof="0" dirty="0" err="1"/>
              <a:t>lines</a:t>
            </a:r>
            <a:r>
              <a:rPr lang="nl-NL" noProof="0" dirty="0"/>
              <a:t>)</a:t>
            </a:r>
          </a:p>
        </p:txBody>
      </p:sp>
      <p:sp>
        <p:nvSpPr>
          <p:cNvPr id="31" name="Tijdelijke aanduiding voor tekst 28">
            <a:extLst>
              <a:ext uri="{FF2B5EF4-FFF2-40B4-BE49-F238E27FC236}">
                <a16:creationId xmlns:a16="http://schemas.microsoft.com/office/drawing/2014/main" id="{352488BF-4616-4784-8571-4DD7F37F8708}"/>
              </a:ext>
            </a:extLst>
          </p:cNvPr>
          <p:cNvSpPr>
            <a:spLocks noGrp="1"/>
          </p:cNvSpPr>
          <p:nvPr>
            <p:ph type="body" sz="quarter" idx="29" hasCustomPrompt="1"/>
          </p:nvPr>
        </p:nvSpPr>
        <p:spPr>
          <a:xfrm rot="16200000">
            <a:off x="1916985" y="748980"/>
            <a:ext cx="2557935" cy="5360032"/>
          </a:xfrm>
          <a:solidFill>
            <a:schemeClr val="bg1"/>
          </a:solidFill>
          <a:ln w="12700">
            <a:solidFill>
              <a:srgbClr val="EBEBEC"/>
            </a:solidFill>
          </a:ln>
        </p:spPr>
        <p:txBody>
          <a:bodyPr/>
          <a:lstStyle>
            <a:lvl1pPr marL="0" indent="0">
              <a:buNone/>
              <a:defRPr sz="100">
                <a:solidFill>
                  <a:schemeClr val="bg1"/>
                </a:solidFill>
              </a:defRPr>
            </a:lvl1pPr>
          </a:lstStyle>
          <a:p>
            <a:pPr lvl="0"/>
            <a:r>
              <a:rPr lang="nl-NL"/>
              <a:t> </a:t>
            </a:r>
            <a:endParaRPr lang="nl-NL" dirty="0"/>
          </a:p>
        </p:txBody>
      </p:sp>
      <p:sp>
        <p:nvSpPr>
          <p:cNvPr id="32" name="Tijdelijke aanduiding voor afbeelding 16">
            <a:extLst>
              <a:ext uri="{FF2B5EF4-FFF2-40B4-BE49-F238E27FC236}">
                <a16:creationId xmlns:a16="http://schemas.microsoft.com/office/drawing/2014/main" id="{38C008A5-6EA5-41E0-A68C-87AE233CAD42}"/>
              </a:ext>
            </a:extLst>
          </p:cNvPr>
          <p:cNvSpPr>
            <a:spLocks noGrp="1"/>
          </p:cNvSpPr>
          <p:nvPr>
            <p:ph type="pic" sz="quarter" idx="30"/>
          </p:nvPr>
        </p:nvSpPr>
        <p:spPr>
          <a:xfrm>
            <a:off x="515937" y="2150032"/>
            <a:ext cx="2557936" cy="2557935"/>
          </a:xfrm>
          <a:solidFill>
            <a:schemeClr val="bg1">
              <a:lumMod val="95000"/>
            </a:schemeClr>
          </a:solidFill>
        </p:spPr>
        <p:txBody>
          <a:bodyPr lIns="360000" tIns="0" rIns="36000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33" name="Tijdelijke aanduiding voor verticale tekst 2">
            <a:extLst>
              <a:ext uri="{FF2B5EF4-FFF2-40B4-BE49-F238E27FC236}">
                <a16:creationId xmlns:a16="http://schemas.microsoft.com/office/drawing/2014/main" id="{5B04E802-0BD3-4DAE-8E36-74BDD652968F}"/>
              </a:ext>
            </a:extLst>
          </p:cNvPr>
          <p:cNvSpPr>
            <a:spLocks noGrp="1"/>
          </p:cNvSpPr>
          <p:nvPr>
            <p:ph type="body" orient="vert" idx="31" hasCustomPrompt="1"/>
          </p:nvPr>
        </p:nvSpPr>
        <p:spPr>
          <a:xfrm>
            <a:off x="3328420" y="3585188"/>
            <a:ext cx="2289900" cy="871781"/>
          </a:xfrm>
        </p:spPr>
        <p:txBody>
          <a:bodyPr vert="horz"/>
          <a:lstStyle>
            <a:lvl1pPr>
              <a:defRPr/>
            </a:lvl1pPr>
            <a:lvl2pPr>
              <a:defRPr/>
            </a:lvl2pPr>
            <a:lvl3pPr>
              <a:defRPr/>
            </a:lvl3pPr>
            <a:lvl4pPr>
              <a:spcBef>
                <a:spcPts val="0"/>
              </a:spcBef>
              <a:spcAft>
                <a:spcPts val="0"/>
              </a:spcAft>
              <a:defRPr/>
            </a:lvl4pPr>
            <a:lvl5pPr>
              <a:defRPr/>
            </a:lvl5pPr>
            <a:lvl6pPr>
              <a:defRPr/>
            </a:lvl6pPr>
            <a:lvl7pPr>
              <a:defRPr/>
            </a:lvl7pPr>
            <a:lvl8pPr>
              <a:defRPr/>
            </a:lvl8pPr>
            <a:lvl9pPr>
              <a:defRPr/>
            </a:lvl9pPr>
          </a:lstStyle>
          <a:p>
            <a:pPr lvl="3"/>
            <a:r>
              <a:rPr lang="nl-NL" noProof="0" dirty="0"/>
              <a:t>Lorem ipsum dolor sit amet, consectetuer adipiscing elit. Maecenas porttitor </a:t>
            </a:r>
            <a:r>
              <a:rPr lang="nl-NL" noProof="0" dirty="0" err="1"/>
              <a:t>congue</a:t>
            </a:r>
            <a:r>
              <a:rPr lang="nl-NL" noProof="0" dirty="0"/>
              <a:t> massa.</a:t>
            </a:r>
          </a:p>
        </p:txBody>
      </p:sp>
      <p:sp>
        <p:nvSpPr>
          <p:cNvPr id="34" name="Tijdelijke aanduiding voor verticale tekst 2">
            <a:extLst>
              <a:ext uri="{FF2B5EF4-FFF2-40B4-BE49-F238E27FC236}">
                <a16:creationId xmlns:a16="http://schemas.microsoft.com/office/drawing/2014/main" id="{F6FFCD09-9F88-4268-A904-6FD040E50502}"/>
              </a:ext>
            </a:extLst>
          </p:cNvPr>
          <p:cNvSpPr>
            <a:spLocks noGrp="1"/>
          </p:cNvSpPr>
          <p:nvPr>
            <p:ph type="body" orient="vert" idx="32" hasCustomPrompt="1"/>
          </p:nvPr>
        </p:nvSpPr>
        <p:spPr>
          <a:xfrm>
            <a:off x="3329971" y="2408537"/>
            <a:ext cx="2289900" cy="670898"/>
          </a:xfrm>
        </p:spPr>
        <p:txBody>
          <a:bodyPr vert="horz"/>
          <a:lstStyle>
            <a:lvl1pPr>
              <a:defRPr/>
            </a:lvl1pPr>
            <a:lvl2pPr>
              <a:defRPr/>
            </a:lvl2pPr>
            <a:lvl3pPr>
              <a:defRPr/>
            </a:lvl3pPr>
            <a:lvl4pPr>
              <a:defRPr/>
            </a:lvl4pPr>
            <a:lvl5pPr>
              <a:defRPr sz="2400"/>
            </a:lvl5pPr>
            <a:lvl6pPr>
              <a:defRPr/>
            </a:lvl6pPr>
            <a:lvl7pPr>
              <a:defRPr/>
            </a:lvl7pPr>
            <a:lvl8pPr>
              <a:defRPr/>
            </a:lvl8pPr>
            <a:lvl9pPr>
              <a:defRPr/>
            </a:lvl9pPr>
          </a:lstStyle>
          <a:p>
            <a:pPr lvl="4"/>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r>
              <a:rPr lang="nl-NL" noProof="0" dirty="0"/>
              <a:t> (2 </a:t>
            </a:r>
            <a:r>
              <a:rPr lang="nl-NL" noProof="0" dirty="0" err="1"/>
              <a:t>lines</a:t>
            </a:r>
            <a:r>
              <a:rPr lang="nl-NL" noProof="0" dirty="0"/>
              <a:t>)</a:t>
            </a:r>
          </a:p>
        </p:txBody>
      </p:sp>
      <p:grpSp>
        <p:nvGrpSpPr>
          <p:cNvPr id="17" name="INSTRUCTIE">
            <a:extLst>
              <a:ext uri="{FF2B5EF4-FFF2-40B4-BE49-F238E27FC236}">
                <a16:creationId xmlns:a16="http://schemas.microsoft.com/office/drawing/2014/main" id="{6B111F8D-E59B-478C-A25E-F5B99AD2224C}"/>
              </a:ext>
            </a:extLst>
          </p:cNvPr>
          <p:cNvGrpSpPr/>
          <p:nvPr userDrawn="1"/>
        </p:nvGrpSpPr>
        <p:grpSpPr>
          <a:xfrm>
            <a:off x="-3786437" y="0"/>
            <a:ext cx="3693386" cy="5359349"/>
            <a:chOff x="-3786437" y="0"/>
            <a:chExt cx="3693386" cy="5359349"/>
          </a:xfrm>
        </p:grpSpPr>
        <p:sp>
          <p:nvSpPr>
            <p:cNvPr id="18" name="Rechthoek 17">
              <a:extLst>
                <a:ext uri="{FF2B5EF4-FFF2-40B4-BE49-F238E27FC236}">
                  <a16:creationId xmlns:a16="http://schemas.microsoft.com/office/drawing/2014/main" id="{4CEB035B-5898-418C-84C4-050543633D14}"/>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19" name="Ovaal 18">
              <a:extLst>
                <a:ext uri="{FF2B5EF4-FFF2-40B4-BE49-F238E27FC236}">
                  <a16:creationId xmlns:a16="http://schemas.microsoft.com/office/drawing/2014/main" id="{14F0F012-CCEE-4356-90E4-6A1EDECA7EA7}"/>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20" name="Rechthoek 19">
              <a:extLst>
                <a:ext uri="{FF2B5EF4-FFF2-40B4-BE49-F238E27FC236}">
                  <a16:creationId xmlns:a16="http://schemas.microsoft.com/office/drawing/2014/main" id="{977FC72B-99F4-4DEE-8A38-BE8A1A193017}"/>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1" name="Ovaal 20">
              <a:extLst>
                <a:ext uri="{FF2B5EF4-FFF2-40B4-BE49-F238E27FC236}">
                  <a16:creationId xmlns:a16="http://schemas.microsoft.com/office/drawing/2014/main" id="{9080DCCD-B9E0-474E-8D1E-3E4642443AF5}"/>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2" name="Rechthoek 21">
              <a:extLst>
                <a:ext uri="{FF2B5EF4-FFF2-40B4-BE49-F238E27FC236}">
                  <a16:creationId xmlns:a16="http://schemas.microsoft.com/office/drawing/2014/main" id="{4BE1DFAA-371E-415C-81E6-B99ADA764BEB}"/>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23" name="Rechthoek 22">
              <a:extLst>
                <a:ext uri="{FF2B5EF4-FFF2-40B4-BE49-F238E27FC236}">
                  <a16:creationId xmlns:a16="http://schemas.microsoft.com/office/drawing/2014/main" id="{4F67E3B0-8F76-42AA-8E5D-12CACCFC9BCD}"/>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#1</a:t>
              </a:r>
            </a:p>
          </p:txBody>
        </p:sp>
        <p:sp>
          <p:nvSpPr>
            <p:cNvPr id="24" name="Ovaal 23">
              <a:extLst>
                <a:ext uri="{FF2B5EF4-FFF2-40B4-BE49-F238E27FC236}">
                  <a16:creationId xmlns:a16="http://schemas.microsoft.com/office/drawing/2014/main" id="{C67F8515-DEC4-44F4-B3EE-89FDBA75A7DB}"/>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5" name="Rechthoek 24">
              <a:extLst>
                <a:ext uri="{FF2B5EF4-FFF2-40B4-BE49-F238E27FC236}">
                  <a16:creationId xmlns:a16="http://schemas.microsoft.com/office/drawing/2014/main" id="{8D090B49-3460-4F06-A4D8-867D2F31F047}"/>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8" name="Ovaal 27">
              <a:extLst>
                <a:ext uri="{FF2B5EF4-FFF2-40B4-BE49-F238E27FC236}">
                  <a16:creationId xmlns:a16="http://schemas.microsoft.com/office/drawing/2014/main" id="{2930A208-8B7A-4CFD-A73B-D17A2D99A302}"/>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35" name="Rechthoek 34">
              <a:extLst>
                <a:ext uri="{FF2B5EF4-FFF2-40B4-BE49-F238E27FC236}">
                  <a16:creationId xmlns:a16="http://schemas.microsoft.com/office/drawing/2014/main" id="{1FFA5ED0-E563-4734-AFC8-9C0B16A8F726}"/>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36" name="Ovaal 35">
              <a:extLst>
                <a:ext uri="{FF2B5EF4-FFF2-40B4-BE49-F238E27FC236}">
                  <a16:creationId xmlns:a16="http://schemas.microsoft.com/office/drawing/2014/main" id="{3764EB6B-7D8E-4AD1-AF55-B49290E93198}"/>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5</a:t>
              </a:r>
            </a:p>
          </p:txBody>
        </p:sp>
        <p:sp>
          <p:nvSpPr>
            <p:cNvPr id="37" name="Rechthoek 36">
              <a:extLst>
                <a:ext uri="{FF2B5EF4-FFF2-40B4-BE49-F238E27FC236}">
                  <a16:creationId xmlns:a16="http://schemas.microsoft.com/office/drawing/2014/main" id="{25AF2716-C868-4E92-8F45-E74BD2B7FA1D}"/>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38" name="Ovaal 37">
              <a:extLst>
                <a:ext uri="{FF2B5EF4-FFF2-40B4-BE49-F238E27FC236}">
                  <a16:creationId xmlns:a16="http://schemas.microsoft.com/office/drawing/2014/main" id="{E63A38B6-2A68-4F53-9E20-E98DADAC39A5}"/>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6</a:t>
              </a:r>
            </a:p>
          </p:txBody>
        </p:sp>
        <p:sp>
          <p:nvSpPr>
            <p:cNvPr id="39" name="Rechthoek 38">
              <a:extLst>
                <a:ext uri="{FF2B5EF4-FFF2-40B4-BE49-F238E27FC236}">
                  <a16:creationId xmlns:a16="http://schemas.microsoft.com/office/drawing/2014/main" id="{E7FBA960-9CA9-4362-976C-224AA10F49BC}"/>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40" name="Ovaal 39">
              <a:extLst>
                <a:ext uri="{FF2B5EF4-FFF2-40B4-BE49-F238E27FC236}">
                  <a16:creationId xmlns:a16="http://schemas.microsoft.com/office/drawing/2014/main" id="{961DBF81-130A-4EB8-9C4C-FF57665C2C20}"/>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7</a:t>
              </a:r>
            </a:p>
          </p:txBody>
        </p:sp>
        <p:sp>
          <p:nvSpPr>
            <p:cNvPr id="41" name="Rechthoek 40">
              <a:extLst>
                <a:ext uri="{FF2B5EF4-FFF2-40B4-BE49-F238E27FC236}">
                  <a16:creationId xmlns:a16="http://schemas.microsoft.com/office/drawing/2014/main" id="{82A5219A-B913-4D43-8C68-3887B59DA063}"/>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42" name="Ovaal 41">
              <a:extLst>
                <a:ext uri="{FF2B5EF4-FFF2-40B4-BE49-F238E27FC236}">
                  <a16:creationId xmlns:a16="http://schemas.microsoft.com/office/drawing/2014/main" id="{1A265293-9451-40DC-B440-349976B0CF89}"/>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8</a:t>
              </a:r>
            </a:p>
          </p:txBody>
        </p:sp>
        <p:sp>
          <p:nvSpPr>
            <p:cNvPr id="43" name="Rechthoek 42">
              <a:extLst>
                <a:ext uri="{FF2B5EF4-FFF2-40B4-BE49-F238E27FC236}">
                  <a16:creationId xmlns:a16="http://schemas.microsoft.com/office/drawing/2014/main" id="{CDBBF9AD-A05C-4CDD-B56F-82982E57F045}"/>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44" name="Ovaal 43">
              <a:extLst>
                <a:ext uri="{FF2B5EF4-FFF2-40B4-BE49-F238E27FC236}">
                  <a16:creationId xmlns:a16="http://schemas.microsoft.com/office/drawing/2014/main" id="{7C256D07-EAB5-401F-80F4-26AD86A2801F}"/>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9</a:t>
              </a:r>
            </a:p>
          </p:txBody>
        </p:sp>
        <p:sp>
          <p:nvSpPr>
            <p:cNvPr id="45" name="Rechthoek 44">
              <a:extLst>
                <a:ext uri="{FF2B5EF4-FFF2-40B4-BE49-F238E27FC236}">
                  <a16:creationId xmlns:a16="http://schemas.microsoft.com/office/drawing/2014/main" id="{E819C207-AC4C-42CD-8116-80BCEE3361A9}"/>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46" name="Rechthoek 45">
              <a:extLst>
                <a:ext uri="{FF2B5EF4-FFF2-40B4-BE49-F238E27FC236}">
                  <a16:creationId xmlns:a16="http://schemas.microsoft.com/office/drawing/2014/main" id="{C23B0CB2-941F-4357-9AF7-F50B94F767D6}"/>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47" name="ICOON_info">
              <a:extLst>
                <a:ext uri="{FF2B5EF4-FFF2-40B4-BE49-F238E27FC236}">
                  <a16:creationId xmlns:a16="http://schemas.microsoft.com/office/drawing/2014/main" id="{E70DA0C1-EC47-4D69-BF25-073984AE3DBE}"/>
                </a:ext>
              </a:extLst>
            </p:cNvPr>
            <p:cNvGrpSpPr/>
            <p:nvPr userDrawn="1"/>
          </p:nvGrpSpPr>
          <p:grpSpPr>
            <a:xfrm>
              <a:off x="-376736" y="4400186"/>
              <a:ext cx="283685" cy="283685"/>
              <a:chOff x="-510741" y="5913713"/>
              <a:chExt cx="267555" cy="267555"/>
            </a:xfrm>
          </p:grpSpPr>
          <p:sp>
            <p:nvSpPr>
              <p:cNvPr id="89" name="Ovaal 88">
                <a:extLst>
                  <a:ext uri="{FF2B5EF4-FFF2-40B4-BE49-F238E27FC236}">
                    <a16:creationId xmlns:a16="http://schemas.microsoft.com/office/drawing/2014/main" id="{0BA7874A-72EB-436B-89E3-855DE0AD9BA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90" name="Graphic 163" descr="Informatie">
                <a:extLst>
                  <a:ext uri="{FF2B5EF4-FFF2-40B4-BE49-F238E27FC236}">
                    <a16:creationId xmlns:a16="http://schemas.microsoft.com/office/drawing/2014/main" id="{497985E5-515B-4DB7-9FC4-4A1C83DF550A}"/>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48" name="VOORBEELD">
              <a:extLst>
                <a:ext uri="{FF2B5EF4-FFF2-40B4-BE49-F238E27FC236}">
                  <a16:creationId xmlns:a16="http://schemas.microsoft.com/office/drawing/2014/main" id="{541C1780-87A2-45A1-B4DC-6D3EAD244E34}"/>
                </a:ext>
              </a:extLst>
            </p:cNvPr>
            <p:cNvGrpSpPr/>
            <p:nvPr userDrawn="1"/>
          </p:nvGrpSpPr>
          <p:grpSpPr>
            <a:xfrm>
              <a:off x="-3605171" y="458674"/>
              <a:ext cx="3234311" cy="558875"/>
              <a:chOff x="-3605171" y="458674"/>
              <a:chExt cx="3234311" cy="558875"/>
            </a:xfrm>
          </p:grpSpPr>
          <p:sp>
            <p:nvSpPr>
              <p:cNvPr id="49" name="Rechthoek 48">
                <a:extLst>
                  <a:ext uri="{FF2B5EF4-FFF2-40B4-BE49-F238E27FC236}">
                    <a16:creationId xmlns:a16="http://schemas.microsoft.com/office/drawing/2014/main" id="{F5F4B60A-8D9B-430C-AC9F-B30D9168EAF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50" name="Rechthoek 49">
                <a:extLst>
                  <a:ext uri="{FF2B5EF4-FFF2-40B4-BE49-F238E27FC236}">
                    <a16:creationId xmlns:a16="http://schemas.microsoft.com/office/drawing/2014/main" id="{B0DFDD7A-34F2-4DC5-8E3A-2924C086B40E}"/>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51" name="Groep 50">
                <a:extLst>
                  <a:ext uri="{FF2B5EF4-FFF2-40B4-BE49-F238E27FC236}">
                    <a16:creationId xmlns:a16="http://schemas.microsoft.com/office/drawing/2014/main" id="{3CBB6F4E-BC81-4769-9278-491D4758F333}"/>
                  </a:ext>
                </a:extLst>
              </p:cNvPr>
              <p:cNvGrpSpPr/>
              <p:nvPr userDrawn="1"/>
            </p:nvGrpSpPr>
            <p:grpSpPr>
              <a:xfrm>
                <a:off x="-3386247" y="830871"/>
                <a:ext cx="139423" cy="109566"/>
                <a:chOff x="-2866744" y="827071"/>
                <a:chExt cx="168701" cy="132575"/>
              </a:xfrm>
            </p:grpSpPr>
            <p:grpSp>
              <p:nvGrpSpPr>
                <p:cNvPr id="82" name="Groep 81">
                  <a:extLst>
                    <a:ext uri="{FF2B5EF4-FFF2-40B4-BE49-F238E27FC236}">
                      <a16:creationId xmlns:a16="http://schemas.microsoft.com/office/drawing/2014/main" id="{1C6CEB21-B5D4-4207-9E12-595985861BBA}"/>
                    </a:ext>
                  </a:extLst>
                </p:cNvPr>
                <p:cNvGrpSpPr/>
                <p:nvPr userDrawn="1"/>
              </p:nvGrpSpPr>
              <p:grpSpPr>
                <a:xfrm>
                  <a:off x="-2866744" y="827071"/>
                  <a:ext cx="168701" cy="132575"/>
                  <a:chOff x="-2866744" y="827071"/>
                  <a:chExt cx="168701" cy="132575"/>
                </a:xfrm>
              </p:grpSpPr>
              <p:cxnSp>
                <p:nvCxnSpPr>
                  <p:cNvPr id="84" name="Rechte verbindingslijn 83">
                    <a:extLst>
                      <a:ext uri="{FF2B5EF4-FFF2-40B4-BE49-F238E27FC236}">
                        <a16:creationId xmlns:a16="http://schemas.microsoft.com/office/drawing/2014/main" id="{3917EBCB-2B90-4E74-AD63-4BE1A2CF08F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262B69D1-77EA-43A8-A6B6-0D8325F07543}"/>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86" name="Rechte verbindingslijn 85">
                    <a:extLst>
                      <a:ext uri="{FF2B5EF4-FFF2-40B4-BE49-F238E27FC236}">
                        <a16:creationId xmlns:a16="http://schemas.microsoft.com/office/drawing/2014/main" id="{6AFC794E-5F81-4A76-8EDD-9BD5A98CB233}"/>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AC927523-CA6E-4CAF-A388-CFFA2BBC9068}"/>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00494E52-D25C-4603-8B5D-4F4FE0CCB303}"/>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3" name="Pijl: rechts 82">
                  <a:extLst>
                    <a:ext uri="{FF2B5EF4-FFF2-40B4-BE49-F238E27FC236}">
                      <a16:creationId xmlns:a16="http://schemas.microsoft.com/office/drawing/2014/main" id="{92076DF2-563E-4302-8AB8-444CD287E97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52" name="Groep 51">
                <a:extLst>
                  <a:ext uri="{FF2B5EF4-FFF2-40B4-BE49-F238E27FC236}">
                    <a16:creationId xmlns:a16="http://schemas.microsoft.com/office/drawing/2014/main" id="{17B3BA31-8097-4EFB-B02E-376E85B7D096}"/>
                  </a:ext>
                </a:extLst>
              </p:cNvPr>
              <p:cNvGrpSpPr/>
              <p:nvPr userDrawn="1"/>
            </p:nvGrpSpPr>
            <p:grpSpPr>
              <a:xfrm>
                <a:off x="-3605171" y="830871"/>
                <a:ext cx="139423" cy="109566"/>
                <a:chOff x="-2866744" y="518074"/>
                <a:chExt cx="168701" cy="132575"/>
              </a:xfrm>
            </p:grpSpPr>
            <p:grpSp>
              <p:nvGrpSpPr>
                <p:cNvPr id="75" name="Groep 74">
                  <a:extLst>
                    <a:ext uri="{FF2B5EF4-FFF2-40B4-BE49-F238E27FC236}">
                      <a16:creationId xmlns:a16="http://schemas.microsoft.com/office/drawing/2014/main" id="{7E2C2FCE-EDD8-469C-96AE-B45E93DCEC62}"/>
                    </a:ext>
                  </a:extLst>
                </p:cNvPr>
                <p:cNvGrpSpPr/>
                <p:nvPr userDrawn="1"/>
              </p:nvGrpSpPr>
              <p:grpSpPr>
                <a:xfrm>
                  <a:off x="-2866744" y="518074"/>
                  <a:ext cx="168701" cy="132575"/>
                  <a:chOff x="-2866744" y="518074"/>
                  <a:chExt cx="168701" cy="132575"/>
                </a:xfrm>
              </p:grpSpPr>
              <p:cxnSp>
                <p:nvCxnSpPr>
                  <p:cNvPr id="77" name="Rechte verbindingslijn 76">
                    <a:extLst>
                      <a:ext uri="{FF2B5EF4-FFF2-40B4-BE49-F238E27FC236}">
                        <a16:creationId xmlns:a16="http://schemas.microsoft.com/office/drawing/2014/main" id="{0383B926-1D13-49C3-87EA-F0BA52E6B1C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3F3B9732-98C9-4C63-A61E-2A4EE1D1AD22}"/>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A83BCDF7-0108-41E6-9424-6D81D4E42C9C}"/>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43971454-7D5D-4E73-B980-1A45CF1FA52E}"/>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1" name="Rechte verbindingslijn 80">
                    <a:extLst>
                      <a:ext uri="{FF2B5EF4-FFF2-40B4-BE49-F238E27FC236}">
                        <a16:creationId xmlns:a16="http://schemas.microsoft.com/office/drawing/2014/main" id="{E2991308-007C-4E3F-8C9F-F08B8F5FAEF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76" name="Pijl: rechts 75">
                  <a:extLst>
                    <a:ext uri="{FF2B5EF4-FFF2-40B4-BE49-F238E27FC236}">
                      <a16:creationId xmlns:a16="http://schemas.microsoft.com/office/drawing/2014/main" id="{4DAE7702-F8D7-4788-B9FE-27E1E184499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53" name="Rechte verbindingslijn 52">
                <a:extLst>
                  <a:ext uri="{FF2B5EF4-FFF2-40B4-BE49-F238E27FC236}">
                    <a16:creationId xmlns:a16="http://schemas.microsoft.com/office/drawing/2014/main" id="{64B0E3EE-75BF-4845-AE16-E6732571D29B}"/>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54" name="Rechte verbindingslijn 53">
                <a:extLst>
                  <a:ext uri="{FF2B5EF4-FFF2-40B4-BE49-F238E27FC236}">
                    <a16:creationId xmlns:a16="http://schemas.microsoft.com/office/drawing/2014/main" id="{4DDB221D-3CD6-411C-9EA7-3E67CA474AC3}"/>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55" name="Rechthoek 54">
                <a:extLst>
                  <a:ext uri="{FF2B5EF4-FFF2-40B4-BE49-F238E27FC236}">
                    <a16:creationId xmlns:a16="http://schemas.microsoft.com/office/drawing/2014/main" id="{84E6391E-7204-41F6-A519-D0DBCD403FFE}"/>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56" name="Rechthoek 55">
                <a:extLst>
                  <a:ext uri="{FF2B5EF4-FFF2-40B4-BE49-F238E27FC236}">
                    <a16:creationId xmlns:a16="http://schemas.microsoft.com/office/drawing/2014/main" id="{8AA96FBF-AC30-4829-9822-78666DFD9663}"/>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57" name="Groep 56">
                <a:extLst>
                  <a:ext uri="{FF2B5EF4-FFF2-40B4-BE49-F238E27FC236}">
                    <a16:creationId xmlns:a16="http://schemas.microsoft.com/office/drawing/2014/main" id="{D3367BE9-86EC-4B7B-999A-BFCBEAA0DA6C}"/>
                  </a:ext>
                </a:extLst>
              </p:cNvPr>
              <p:cNvGrpSpPr/>
              <p:nvPr userDrawn="1"/>
            </p:nvGrpSpPr>
            <p:grpSpPr>
              <a:xfrm>
                <a:off x="-2916763" y="769168"/>
                <a:ext cx="268738" cy="248381"/>
                <a:chOff x="-2916763" y="769168"/>
                <a:chExt cx="268738" cy="248381"/>
              </a:xfrm>
            </p:grpSpPr>
            <p:sp>
              <p:nvSpPr>
                <p:cNvPr id="67" name="Rechthoek 66">
                  <a:extLst>
                    <a:ext uri="{FF2B5EF4-FFF2-40B4-BE49-F238E27FC236}">
                      <a16:creationId xmlns:a16="http://schemas.microsoft.com/office/drawing/2014/main" id="{3D5DD909-A019-42E4-B57D-4AC5BCDC680E}"/>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68" name="Groep 67">
                  <a:extLst>
                    <a:ext uri="{FF2B5EF4-FFF2-40B4-BE49-F238E27FC236}">
                      <a16:creationId xmlns:a16="http://schemas.microsoft.com/office/drawing/2014/main" id="{95E6B636-5898-46B7-B17D-8922EC56EF54}"/>
                    </a:ext>
                  </a:extLst>
                </p:cNvPr>
                <p:cNvGrpSpPr/>
                <p:nvPr userDrawn="1"/>
              </p:nvGrpSpPr>
              <p:grpSpPr>
                <a:xfrm>
                  <a:off x="-2866744" y="827071"/>
                  <a:ext cx="168701" cy="132575"/>
                  <a:chOff x="-2866744" y="827071"/>
                  <a:chExt cx="168701" cy="132575"/>
                </a:xfrm>
              </p:grpSpPr>
              <p:cxnSp>
                <p:nvCxnSpPr>
                  <p:cNvPr id="70" name="Rechte verbindingslijn 69">
                    <a:extLst>
                      <a:ext uri="{FF2B5EF4-FFF2-40B4-BE49-F238E27FC236}">
                        <a16:creationId xmlns:a16="http://schemas.microsoft.com/office/drawing/2014/main" id="{B0708EAC-4C0D-45CD-AD0E-B038F7D6EBBE}"/>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F70D525A-C60F-40A6-B7AD-D718119084F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784318A3-E511-4154-89D9-F9EBB08B3D4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C558C9B6-2576-4742-AB04-E18827B4DC1F}"/>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FA1A8C63-A458-40DA-BEDC-35CEFC2F864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9" name="Pijl: rechts 68">
                  <a:extLst>
                    <a:ext uri="{FF2B5EF4-FFF2-40B4-BE49-F238E27FC236}">
                      <a16:creationId xmlns:a16="http://schemas.microsoft.com/office/drawing/2014/main" id="{2D207CC1-B220-47FE-B395-B08F7FCE66D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58" name="Groep 57">
                <a:extLst>
                  <a:ext uri="{FF2B5EF4-FFF2-40B4-BE49-F238E27FC236}">
                    <a16:creationId xmlns:a16="http://schemas.microsoft.com/office/drawing/2014/main" id="{668F7993-29DD-4935-94AA-91BE189B1AF3}"/>
                  </a:ext>
                </a:extLst>
              </p:cNvPr>
              <p:cNvGrpSpPr/>
              <p:nvPr userDrawn="1"/>
            </p:nvGrpSpPr>
            <p:grpSpPr>
              <a:xfrm>
                <a:off x="-2916763" y="460171"/>
                <a:ext cx="268738" cy="248381"/>
                <a:chOff x="-2916763" y="460171"/>
                <a:chExt cx="268738" cy="248381"/>
              </a:xfrm>
            </p:grpSpPr>
            <p:sp>
              <p:nvSpPr>
                <p:cNvPr id="59" name="Rechthoek 58">
                  <a:extLst>
                    <a:ext uri="{FF2B5EF4-FFF2-40B4-BE49-F238E27FC236}">
                      <a16:creationId xmlns:a16="http://schemas.microsoft.com/office/drawing/2014/main" id="{E09FEF0A-A589-42C7-8C2C-743962372321}"/>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60" name="Groep 59">
                  <a:extLst>
                    <a:ext uri="{FF2B5EF4-FFF2-40B4-BE49-F238E27FC236}">
                      <a16:creationId xmlns:a16="http://schemas.microsoft.com/office/drawing/2014/main" id="{5A0BF7F9-F3E5-4853-9C69-97D03A2D5A1E}"/>
                    </a:ext>
                  </a:extLst>
                </p:cNvPr>
                <p:cNvGrpSpPr/>
                <p:nvPr userDrawn="1"/>
              </p:nvGrpSpPr>
              <p:grpSpPr>
                <a:xfrm>
                  <a:off x="-2866744" y="518074"/>
                  <a:ext cx="168701" cy="132575"/>
                  <a:chOff x="-2866744" y="518074"/>
                  <a:chExt cx="168701" cy="132575"/>
                </a:xfrm>
              </p:grpSpPr>
              <p:cxnSp>
                <p:nvCxnSpPr>
                  <p:cNvPr id="62" name="Rechte verbindingslijn 61">
                    <a:extLst>
                      <a:ext uri="{FF2B5EF4-FFF2-40B4-BE49-F238E27FC236}">
                        <a16:creationId xmlns:a16="http://schemas.microsoft.com/office/drawing/2014/main" id="{558EE59D-B960-40D2-9B26-60040B41FB89}"/>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694004BA-95A9-42A4-AE92-5CB0F8C27D2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80D15656-CFEB-4E97-B379-869046F41943}"/>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99DAAA5B-68CD-4C1E-AC0A-C218E0068925}"/>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EC3AE5BD-9C75-4F4E-ABD1-0968E59F10F6}"/>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1" name="Pijl: rechts 60">
                  <a:extLst>
                    <a:ext uri="{FF2B5EF4-FFF2-40B4-BE49-F238E27FC236}">
                      <a16:creationId xmlns:a16="http://schemas.microsoft.com/office/drawing/2014/main" id="{319E8E62-7E4C-4C53-898F-5F213A1CC38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grpSp>
        <p:nvGrpSpPr>
          <p:cNvPr id="91" name="INSTRUCTIE">
            <a:extLst>
              <a:ext uri="{FF2B5EF4-FFF2-40B4-BE49-F238E27FC236}">
                <a16:creationId xmlns:a16="http://schemas.microsoft.com/office/drawing/2014/main" id="{8FEB2188-F4FD-46BA-A1D9-129700216D6B}"/>
              </a:ext>
            </a:extLst>
          </p:cNvPr>
          <p:cNvGrpSpPr/>
          <p:nvPr userDrawn="1"/>
        </p:nvGrpSpPr>
        <p:grpSpPr>
          <a:xfrm>
            <a:off x="12377595" y="0"/>
            <a:ext cx="3693386" cy="5270646"/>
            <a:chOff x="-3786437" y="0"/>
            <a:chExt cx="3693386" cy="5270646"/>
          </a:xfrm>
        </p:grpSpPr>
        <p:sp>
          <p:nvSpPr>
            <p:cNvPr id="92" name="Rechthoek 91">
              <a:extLst>
                <a:ext uri="{FF2B5EF4-FFF2-40B4-BE49-F238E27FC236}">
                  <a16:creationId xmlns:a16="http://schemas.microsoft.com/office/drawing/2014/main" id="{ED63A5A2-B168-4DBB-AA12-76BC19967531}"/>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sp>
          <p:nvSpPr>
            <p:cNvPr id="93" name="Rechthoek 92">
              <a:extLst>
                <a:ext uri="{FF2B5EF4-FFF2-40B4-BE49-F238E27FC236}">
                  <a16:creationId xmlns:a16="http://schemas.microsoft.com/office/drawing/2014/main" id="{7D1A6C3A-A002-43D6-96C4-7564ED6E04CC}"/>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Afbeelding invoegen/opmaken</a:t>
              </a:r>
            </a:p>
          </p:txBody>
        </p:sp>
        <p:sp>
          <p:nvSpPr>
            <p:cNvPr id="94" name="Ovaal 93">
              <a:extLst>
                <a:ext uri="{FF2B5EF4-FFF2-40B4-BE49-F238E27FC236}">
                  <a16:creationId xmlns:a16="http://schemas.microsoft.com/office/drawing/2014/main" id="{BD97ACDF-93E6-4D01-80DF-6183312822F1}"/>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5" name="Rechthoek 94">
              <a:extLst>
                <a:ext uri="{FF2B5EF4-FFF2-40B4-BE49-F238E27FC236}">
                  <a16:creationId xmlns:a16="http://schemas.microsoft.com/office/drawing/2014/main" id="{BDA63181-78F8-4DF4-B080-B187A9DE2E09}"/>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6" name="Groep 95">
              <a:extLst>
                <a:ext uri="{FF2B5EF4-FFF2-40B4-BE49-F238E27FC236}">
                  <a16:creationId xmlns:a16="http://schemas.microsoft.com/office/drawing/2014/main" id="{D90F60E0-08EC-404E-9D75-5F09CBAFDC9E}"/>
                </a:ext>
              </a:extLst>
            </p:cNvPr>
            <p:cNvGrpSpPr/>
            <p:nvPr userDrawn="1"/>
          </p:nvGrpSpPr>
          <p:grpSpPr>
            <a:xfrm>
              <a:off x="-3316179" y="1231351"/>
              <a:ext cx="294789" cy="318834"/>
              <a:chOff x="14466489" y="1001522"/>
              <a:chExt cx="290627" cy="314333"/>
            </a:xfrm>
          </p:grpSpPr>
          <p:sp>
            <p:nvSpPr>
              <p:cNvPr id="125" name="Rechthoek 124">
                <a:extLst>
                  <a:ext uri="{FF2B5EF4-FFF2-40B4-BE49-F238E27FC236}">
                    <a16:creationId xmlns:a16="http://schemas.microsoft.com/office/drawing/2014/main" id="{ACA4CF12-4B58-4E06-B3D0-F0C9225E79F1}"/>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26" name="Ovaal 125">
                <a:extLst>
                  <a:ext uri="{FF2B5EF4-FFF2-40B4-BE49-F238E27FC236}">
                    <a16:creationId xmlns:a16="http://schemas.microsoft.com/office/drawing/2014/main" id="{1D83B71C-F4E9-4ECF-BD67-D566A0C9BE86}"/>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27" name="Vrije vorm: vorm 126">
                <a:extLst>
                  <a:ext uri="{FF2B5EF4-FFF2-40B4-BE49-F238E27FC236}">
                    <a16:creationId xmlns:a16="http://schemas.microsoft.com/office/drawing/2014/main" id="{A475EE2D-6BE1-49FC-A45D-6AE7478C8C2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28" name="Rechthoek: afgeronde hoeken 127">
                <a:extLst>
                  <a:ext uri="{FF2B5EF4-FFF2-40B4-BE49-F238E27FC236}">
                    <a16:creationId xmlns:a16="http://schemas.microsoft.com/office/drawing/2014/main" id="{6F56BAEA-1622-430D-9DD6-6DC9CDC67B00}"/>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cxnSp>
            <p:nvCxnSpPr>
              <p:cNvPr id="129" name="Rechte verbindingslijn 128">
                <a:extLst>
                  <a:ext uri="{FF2B5EF4-FFF2-40B4-BE49-F238E27FC236}">
                    <a16:creationId xmlns:a16="http://schemas.microsoft.com/office/drawing/2014/main" id="{DF57A7CD-BBCB-4FE5-8101-F13461C078E5}"/>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0" name="Rechte verbindingslijn 129">
                <a:extLst>
                  <a:ext uri="{FF2B5EF4-FFF2-40B4-BE49-F238E27FC236}">
                    <a16:creationId xmlns:a16="http://schemas.microsoft.com/office/drawing/2014/main" id="{926429CE-DE45-4146-8794-705FF1D01656}"/>
                  </a:ext>
                </a:extLst>
              </p:cNvPr>
              <p:cNvCxnSpPr>
                <a:cxnSpLocks/>
                <a:stCxn id="128"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97" name="Ovaal 96">
              <a:extLst>
                <a:ext uri="{FF2B5EF4-FFF2-40B4-BE49-F238E27FC236}">
                  <a16:creationId xmlns:a16="http://schemas.microsoft.com/office/drawing/2014/main" id="{5C6F2BE0-BDDE-43FD-912D-0818FEC60ECE}"/>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8" name="Rechthoek 97">
              <a:extLst>
                <a:ext uri="{FF2B5EF4-FFF2-40B4-BE49-F238E27FC236}">
                  <a16:creationId xmlns:a16="http://schemas.microsoft.com/office/drawing/2014/main" id="{037C162E-D32B-4EF1-AFCB-3200A76E3DC8}"/>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9" name="Groep 98">
              <a:extLst>
                <a:ext uri="{FF2B5EF4-FFF2-40B4-BE49-F238E27FC236}">
                  <a16:creationId xmlns:a16="http://schemas.microsoft.com/office/drawing/2014/main" id="{E488AAD5-8E91-4034-84BE-BBC351CCE62A}"/>
                </a:ext>
              </a:extLst>
            </p:cNvPr>
            <p:cNvGrpSpPr/>
            <p:nvPr userDrawn="1"/>
          </p:nvGrpSpPr>
          <p:grpSpPr>
            <a:xfrm>
              <a:off x="-3311319" y="2164285"/>
              <a:ext cx="825500" cy="209550"/>
              <a:chOff x="13504624" y="2482850"/>
              <a:chExt cx="825500" cy="209550"/>
            </a:xfrm>
          </p:grpSpPr>
          <p:sp>
            <p:nvSpPr>
              <p:cNvPr id="122" name="Rechthoek 121">
                <a:extLst>
                  <a:ext uri="{FF2B5EF4-FFF2-40B4-BE49-F238E27FC236}">
                    <a16:creationId xmlns:a16="http://schemas.microsoft.com/office/drawing/2014/main" id="{1C096354-2796-43AA-A387-E35592035A2F}"/>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123" name="Rechte verbindingslijn 122">
                <a:extLst>
                  <a:ext uri="{FF2B5EF4-FFF2-40B4-BE49-F238E27FC236}">
                    <a16:creationId xmlns:a16="http://schemas.microsoft.com/office/drawing/2014/main" id="{F072940E-7D85-4A3B-9EEE-DADA6CCA4272}"/>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24" name="Gelijkbenige driehoek 123">
                <a:extLst>
                  <a:ext uri="{FF2B5EF4-FFF2-40B4-BE49-F238E27FC236}">
                    <a16:creationId xmlns:a16="http://schemas.microsoft.com/office/drawing/2014/main" id="{040BC8F2-9D17-46AA-9CF3-88935B663E6F}"/>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sp>
          <p:nvSpPr>
            <p:cNvPr id="100" name="Ovaal 99">
              <a:extLst>
                <a:ext uri="{FF2B5EF4-FFF2-40B4-BE49-F238E27FC236}">
                  <a16:creationId xmlns:a16="http://schemas.microsoft.com/office/drawing/2014/main" id="{15A38EF7-8406-4C0B-8651-FF6A8DA31D29}"/>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01" name="Rechthoek 100">
              <a:extLst>
                <a:ext uri="{FF2B5EF4-FFF2-40B4-BE49-F238E27FC236}">
                  <a16:creationId xmlns:a16="http://schemas.microsoft.com/office/drawing/2014/main" id="{55C08D96-9269-41FF-91C2-D7D4F28D7432}"/>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102" name="Groep 101">
              <a:extLst>
                <a:ext uri="{FF2B5EF4-FFF2-40B4-BE49-F238E27FC236}">
                  <a16:creationId xmlns:a16="http://schemas.microsoft.com/office/drawing/2014/main" id="{99CB2FC4-F710-41F7-AE9D-AC780502E2DB}"/>
                </a:ext>
              </a:extLst>
            </p:cNvPr>
            <p:cNvGrpSpPr/>
            <p:nvPr userDrawn="1"/>
          </p:nvGrpSpPr>
          <p:grpSpPr>
            <a:xfrm>
              <a:off x="-3408294" y="3643742"/>
              <a:ext cx="622283" cy="612920"/>
              <a:chOff x="12617641" y="3403239"/>
              <a:chExt cx="752963" cy="741634"/>
            </a:xfrm>
          </p:grpSpPr>
          <p:grpSp>
            <p:nvGrpSpPr>
              <p:cNvPr id="106" name="Groep 105">
                <a:extLst>
                  <a:ext uri="{FF2B5EF4-FFF2-40B4-BE49-F238E27FC236}">
                    <a16:creationId xmlns:a16="http://schemas.microsoft.com/office/drawing/2014/main" id="{04A00A3B-1B29-44EE-86A5-12D4AFF690E8}"/>
                  </a:ext>
                </a:extLst>
              </p:cNvPr>
              <p:cNvGrpSpPr/>
              <p:nvPr userDrawn="1"/>
            </p:nvGrpSpPr>
            <p:grpSpPr>
              <a:xfrm>
                <a:off x="12771530" y="3403239"/>
                <a:ext cx="467176" cy="448491"/>
                <a:chOff x="12782157" y="3403239"/>
                <a:chExt cx="467176" cy="448491"/>
              </a:xfrm>
            </p:grpSpPr>
            <p:grpSp>
              <p:nvGrpSpPr>
                <p:cNvPr id="109" name="Groep 108">
                  <a:extLst>
                    <a:ext uri="{FF2B5EF4-FFF2-40B4-BE49-F238E27FC236}">
                      <a16:creationId xmlns:a16="http://schemas.microsoft.com/office/drawing/2014/main" id="{1D5088B0-B8B8-4D39-9D1A-9319BCB81B32}"/>
                    </a:ext>
                  </a:extLst>
                </p:cNvPr>
                <p:cNvGrpSpPr/>
                <p:nvPr userDrawn="1"/>
              </p:nvGrpSpPr>
              <p:grpSpPr>
                <a:xfrm>
                  <a:off x="12782157" y="3403239"/>
                  <a:ext cx="412976" cy="396132"/>
                  <a:chOff x="13554906" y="3320109"/>
                  <a:chExt cx="443917" cy="425811"/>
                </a:xfrm>
              </p:grpSpPr>
              <p:grpSp>
                <p:nvGrpSpPr>
                  <p:cNvPr id="116" name="Groep 115">
                    <a:extLst>
                      <a:ext uri="{FF2B5EF4-FFF2-40B4-BE49-F238E27FC236}">
                        <a16:creationId xmlns:a16="http://schemas.microsoft.com/office/drawing/2014/main" id="{33AEF13B-1406-4784-A5F3-DCC153890E1E}"/>
                      </a:ext>
                    </a:extLst>
                  </p:cNvPr>
                  <p:cNvGrpSpPr/>
                  <p:nvPr userDrawn="1"/>
                </p:nvGrpSpPr>
                <p:grpSpPr>
                  <a:xfrm>
                    <a:off x="13554906" y="3320109"/>
                    <a:ext cx="443917" cy="425811"/>
                    <a:chOff x="12909684" y="1276143"/>
                    <a:chExt cx="443917" cy="425811"/>
                  </a:xfrm>
                </p:grpSpPr>
                <p:sp>
                  <p:nvSpPr>
                    <p:cNvPr id="119" name="Rechthoek 118">
                      <a:extLst>
                        <a:ext uri="{FF2B5EF4-FFF2-40B4-BE49-F238E27FC236}">
                          <a16:creationId xmlns:a16="http://schemas.microsoft.com/office/drawing/2014/main" id="{E7DF6E07-BCDB-48F5-9641-0DAA8CAA55BE}"/>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20" name="Rechthoek 119">
                      <a:extLst>
                        <a:ext uri="{FF2B5EF4-FFF2-40B4-BE49-F238E27FC236}">
                          <a16:creationId xmlns:a16="http://schemas.microsoft.com/office/drawing/2014/main" id="{F4A8D161-CE26-4177-9392-C14C008DEB2F}"/>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21" name="Ovaal 120">
                      <a:extLst>
                        <a:ext uri="{FF2B5EF4-FFF2-40B4-BE49-F238E27FC236}">
                          <a16:creationId xmlns:a16="http://schemas.microsoft.com/office/drawing/2014/main" id="{CCCD6F01-0759-4743-8DBC-E7CDF400A2D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pic>
                <p:nvPicPr>
                  <p:cNvPr id="117" name="Afbeelding 116">
                    <a:extLst>
                      <a:ext uri="{FF2B5EF4-FFF2-40B4-BE49-F238E27FC236}">
                        <a16:creationId xmlns:a16="http://schemas.microsoft.com/office/drawing/2014/main" id="{D8597108-E69C-4D2E-8F27-AE904B7AEE3F}"/>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18" name="Afbeelding 117">
                    <a:extLst>
                      <a:ext uri="{FF2B5EF4-FFF2-40B4-BE49-F238E27FC236}">
                        <a16:creationId xmlns:a16="http://schemas.microsoft.com/office/drawing/2014/main" id="{989CCDC6-B329-46E8-B042-1F157278B27F}"/>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10" name="Groep 109">
                  <a:extLst>
                    <a:ext uri="{FF2B5EF4-FFF2-40B4-BE49-F238E27FC236}">
                      <a16:creationId xmlns:a16="http://schemas.microsoft.com/office/drawing/2014/main" id="{6C13FF75-6578-4953-B0C4-C9F7CA190FF5}"/>
                    </a:ext>
                  </a:extLst>
                </p:cNvPr>
                <p:cNvGrpSpPr/>
                <p:nvPr userDrawn="1"/>
              </p:nvGrpSpPr>
              <p:grpSpPr>
                <a:xfrm>
                  <a:off x="13103513" y="3705268"/>
                  <a:ext cx="145820" cy="146462"/>
                  <a:chOff x="13096169" y="3602278"/>
                  <a:chExt cx="145820" cy="146462"/>
                </a:xfrm>
              </p:grpSpPr>
              <p:sp>
                <p:nvSpPr>
                  <p:cNvPr id="114" name="Rechthoek 113">
                    <a:extLst>
                      <a:ext uri="{FF2B5EF4-FFF2-40B4-BE49-F238E27FC236}">
                        <a16:creationId xmlns:a16="http://schemas.microsoft.com/office/drawing/2014/main" id="{614AB13E-E449-4D2E-9657-4FBBB679885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15" name="Rechthoek 114">
                    <a:extLst>
                      <a:ext uri="{FF2B5EF4-FFF2-40B4-BE49-F238E27FC236}">
                        <a16:creationId xmlns:a16="http://schemas.microsoft.com/office/drawing/2014/main" id="{0135BDC1-B050-4805-8A6E-B5859CC5BDD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111" name="Groep 110">
                  <a:extLst>
                    <a:ext uri="{FF2B5EF4-FFF2-40B4-BE49-F238E27FC236}">
                      <a16:creationId xmlns:a16="http://schemas.microsoft.com/office/drawing/2014/main" id="{4D8339A4-AB09-4C2C-9981-FC40E999F784}"/>
                    </a:ext>
                  </a:extLst>
                </p:cNvPr>
                <p:cNvGrpSpPr/>
                <p:nvPr userDrawn="1"/>
              </p:nvGrpSpPr>
              <p:grpSpPr>
                <a:xfrm rot="10800000">
                  <a:off x="13061402" y="3665637"/>
                  <a:ext cx="145820" cy="146462"/>
                  <a:chOff x="13096169" y="3602278"/>
                  <a:chExt cx="145820" cy="146462"/>
                </a:xfrm>
              </p:grpSpPr>
              <p:sp>
                <p:nvSpPr>
                  <p:cNvPr id="112" name="Rechthoek 111">
                    <a:extLst>
                      <a:ext uri="{FF2B5EF4-FFF2-40B4-BE49-F238E27FC236}">
                        <a16:creationId xmlns:a16="http://schemas.microsoft.com/office/drawing/2014/main" id="{A8412A52-2C51-4B14-BD99-3AF13E021AE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13" name="Rechthoek 112">
                    <a:extLst>
                      <a:ext uri="{FF2B5EF4-FFF2-40B4-BE49-F238E27FC236}">
                        <a16:creationId xmlns:a16="http://schemas.microsoft.com/office/drawing/2014/main" id="{0C0EF1EA-7591-467E-9A8F-54827A01061C}"/>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107" name="Rechthoek 106">
                <a:extLst>
                  <a:ext uri="{FF2B5EF4-FFF2-40B4-BE49-F238E27FC236}">
                    <a16:creationId xmlns:a16="http://schemas.microsoft.com/office/drawing/2014/main" id="{5E5DCE39-F288-4DB7-B821-67A4D0E308D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Bijsnijden</a:t>
                </a:r>
              </a:p>
            </p:txBody>
          </p:sp>
          <p:sp>
            <p:nvSpPr>
              <p:cNvPr id="108" name="Gelijkbenige driehoek 107">
                <a:extLst>
                  <a:ext uri="{FF2B5EF4-FFF2-40B4-BE49-F238E27FC236}">
                    <a16:creationId xmlns:a16="http://schemas.microsoft.com/office/drawing/2014/main" id="{F07AF78F-0001-4EDF-BDDF-2ED68D957DE0}"/>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103" name="ICOON_info">
              <a:extLst>
                <a:ext uri="{FF2B5EF4-FFF2-40B4-BE49-F238E27FC236}">
                  <a16:creationId xmlns:a16="http://schemas.microsoft.com/office/drawing/2014/main" id="{31FB20B6-4F69-41BF-832E-BF84F94E1689}"/>
                </a:ext>
              </a:extLst>
            </p:cNvPr>
            <p:cNvGrpSpPr/>
            <p:nvPr userDrawn="1"/>
          </p:nvGrpSpPr>
          <p:grpSpPr>
            <a:xfrm>
              <a:off x="-376736" y="4271597"/>
              <a:ext cx="283685" cy="283685"/>
              <a:chOff x="-510741" y="5913713"/>
              <a:chExt cx="267555" cy="267555"/>
            </a:xfrm>
          </p:grpSpPr>
          <p:sp>
            <p:nvSpPr>
              <p:cNvPr id="104" name="Ovaal 103">
                <a:extLst>
                  <a:ext uri="{FF2B5EF4-FFF2-40B4-BE49-F238E27FC236}">
                    <a16:creationId xmlns:a16="http://schemas.microsoft.com/office/drawing/2014/main" id="{157E6761-3F76-4DD6-98D4-CEEF7220650B}"/>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105" name="Graphic 163" descr="Informatie">
                <a:extLst>
                  <a:ext uri="{FF2B5EF4-FFF2-40B4-BE49-F238E27FC236}">
                    <a16:creationId xmlns:a16="http://schemas.microsoft.com/office/drawing/2014/main" id="{C8F33365-FF6E-4B61-AC71-B5ABDB5640F4}"/>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sp>
        <p:nvSpPr>
          <p:cNvPr id="131" name="Tijdelijke aanduiding voor verticale tekst 2">
            <a:extLst>
              <a:ext uri="{FF2B5EF4-FFF2-40B4-BE49-F238E27FC236}">
                <a16:creationId xmlns:a16="http://schemas.microsoft.com/office/drawing/2014/main" id="{2C19A1CD-46EF-48DF-A6A7-80A7096A5CAC}"/>
              </a:ext>
            </a:extLst>
          </p:cNvPr>
          <p:cNvSpPr>
            <a:spLocks noGrp="1"/>
          </p:cNvSpPr>
          <p:nvPr>
            <p:ph type="body" orient="vert" idx="33" hasCustomPrompt="1"/>
          </p:nvPr>
        </p:nvSpPr>
        <p:spPr>
          <a:xfrm>
            <a:off x="9130064" y="3129247"/>
            <a:ext cx="2289900" cy="299753"/>
          </a:xfrm>
        </p:spPr>
        <p:txBody>
          <a:bodyPr vert="horz"/>
          <a:lstStyle>
            <a:lvl1pPr marL="0" indent="0">
              <a:buNone/>
              <a:defRPr sz="1800" i="1"/>
            </a:lvl1pPr>
            <a:lvl2pPr>
              <a:defRPr/>
            </a:lvl2pPr>
            <a:lvl3pPr>
              <a:defRPr/>
            </a:lvl3pPr>
            <a:lvl4pPr marL="0" indent="0">
              <a:spcBef>
                <a:spcPts val="0"/>
              </a:spcBef>
              <a:spcAft>
                <a:spcPts val="0"/>
              </a:spcAft>
              <a:buFont typeface="Arial" panose="020B0604020202020204" pitchFamily="34" charset="0"/>
              <a:buNone/>
              <a:defRPr sz="2000"/>
            </a:lvl4pPr>
            <a:lvl5pPr>
              <a:defRPr/>
            </a:lvl5pPr>
            <a:lvl6pPr>
              <a:defRPr/>
            </a:lvl6pPr>
            <a:lvl7pPr>
              <a:defRPr/>
            </a:lvl7pPr>
            <a:lvl8pPr>
              <a:defRPr/>
            </a:lvl8pPr>
            <a:lvl9pPr>
              <a:defRPr/>
            </a:lvl9pPr>
          </a:lstStyle>
          <a:p>
            <a:pPr lvl="0"/>
            <a:r>
              <a:rPr lang="nl-NL" noProof="0" dirty="0" err="1"/>
              <a:t>Function</a:t>
            </a:r>
            <a:r>
              <a:rPr lang="nl-NL" noProof="0" dirty="0"/>
              <a:t> </a:t>
            </a:r>
            <a:r>
              <a:rPr lang="nl-NL" noProof="0" dirty="0" err="1"/>
              <a:t>title</a:t>
            </a:r>
            <a:endParaRPr lang="nl-NL" noProof="0" dirty="0"/>
          </a:p>
        </p:txBody>
      </p:sp>
      <p:sp>
        <p:nvSpPr>
          <p:cNvPr id="132" name="Tijdelijke aanduiding voor verticale tekst 2">
            <a:extLst>
              <a:ext uri="{FF2B5EF4-FFF2-40B4-BE49-F238E27FC236}">
                <a16:creationId xmlns:a16="http://schemas.microsoft.com/office/drawing/2014/main" id="{596109F3-685A-4EB4-B612-0268F0C339CA}"/>
              </a:ext>
            </a:extLst>
          </p:cNvPr>
          <p:cNvSpPr>
            <a:spLocks noGrp="1"/>
          </p:cNvSpPr>
          <p:nvPr>
            <p:ph type="body" orient="vert" idx="34" hasCustomPrompt="1"/>
          </p:nvPr>
        </p:nvSpPr>
        <p:spPr>
          <a:xfrm>
            <a:off x="3329971" y="3129247"/>
            <a:ext cx="2289900" cy="299753"/>
          </a:xfrm>
        </p:spPr>
        <p:txBody>
          <a:bodyPr vert="horz"/>
          <a:lstStyle>
            <a:lvl1pPr marL="0" indent="0">
              <a:buNone/>
              <a:defRPr sz="1800" i="1"/>
            </a:lvl1pPr>
            <a:lvl2pPr>
              <a:defRPr/>
            </a:lvl2pPr>
            <a:lvl3pPr>
              <a:defRPr/>
            </a:lvl3pPr>
            <a:lvl4pPr marL="0" indent="0">
              <a:spcBef>
                <a:spcPts val="0"/>
              </a:spcBef>
              <a:spcAft>
                <a:spcPts val="0"/>
              </a:spcAft>
              <a:buFont typeface="Arial" panose="020B0604020202020204" pitchFamily="34" charset="0"/>
              <a:buNone/>
              <a:defRPr sz="2000"/>
            </a:lvl4pPr>
            <a:lvl5pPr>
              <a:defRPr/>
            </a:lvl5pPr>
            <a:lvl6pPr>
              <a:defRPr/>
            </a:lvl6pPr>
            <a:lvl7pPr>
              <a:defRPr/>
            </a:lvl7pPr>
            <a:lvl8pPr>
              <a:defRPr/>
            </a:lvl8pPr>
            <a:lvl9pPr>
              <a:defRPr/>
            </a:lvl9pPr>
          </a:lstStyle>
          <a:p>
            <a:pPr lvl="0"/>
            <a:r>
              <a:rPr lang="nl-NL" noProof="0" dirty="0" err="1"/>
              <a:t>Function</a:t>
            </a:r>
            <a:r>
              <a:rPr lang="nl-NL" noProof="0" dirty="0"/>
              <a:t> </a:t>
            </a:r>
            <a:r>
              <a:rPr lang="nl-NL" noProof="0" dirty="0" err="1"/>
              <a:t>title</a:t>
            </a:r>
            <a:endParaRPr lang="nl-NL" noProof="0" dirty="0"/>
          </a:p>
        </p:txBody>
      </p:sp>
    </p:spTree>
    <p:extLst>
      <p:ext uri="{BB962C8B-B14F-4D97-AF65-F5344CB8AC3E}">
        <p14:creationId xmlns:p14="http://schemas.microsoft.com/office/powerpoint/2010/main" val="373832284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 GRAP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714375"/>
            <a:ext cx="11160124" cy="877887"/>
          </a:xfrm>
        </p:spPr>
        <p:txBody>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5938" y="1765300"/>
            <a:ext cx="5364162" cy="4575175"/>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Reading </a:t>
            </a:r>
            <a:r>
              <a:rPr lang="nl-NL" noProof="0" dirty="0" err="1"/>
              <a:t>text</a:t>
            </a:r>
            <a:endParaRPr lang="nl-NL" noProof="0" dirty="0"/>
          </a:p>
          <a:p>
            <a:pPr lvl="4"/>
            <a:r>
              <a:rPr lang="nl-NL" noProof="0" dirty="0" err="1"/>
              <a:t>Heading</a:t>
            </a:r>
            <a:r>
              <a:rPr lang="nl-NL" noProof="0" dirty="0"/>
              <a:t> #1</a:t>
            </a:r>
          </a:p>
          <a:p>
            <a:pPr lvl="5"/>
            <a:r>
              <a:rPr lang="nl-NL" noProof="0" dirty="0" err="1"/>
              <a:t>heading</a:t>
            </a:r>
            <a:r>
              <a:rPr lang="nl-NL" noProof="0" dirty="0"/>
              <a:t> #2</a:t>
            </a:r>
          </a:p>
          <a:p>
            <a:pPr lvl="6"/>
            <a:r>
              <a:rPr lang="nl-NL" noProof="0" dirty="0" err="1"/>
              <a:t>Numeric</a:t>
            </a:r>
            <a:r>
              <a:rPr lang="nl-NL" noProof="0" dirty="0"/>
              <a:t> </a:t>
            </a:r>
            <a:r>
              <a:rPr lang="nl-NL" noProof="0" dirty="0" err="1"/>
              <a:t>bullet</a:t>
            </a:r>
            <a:endParaRPr lang="nl-NL" noProof="0" dirty="0"/>
          </a:p>
          <a:p>
            <a:pPr lvl="7"/>
            <a:r>
              <a:rPr lang="en-GB" dirty="0"/>
              <a:t>Alphabet</a:t>
            </a:r>
            <a:r>
              <a:rPr lang="nl-NL" noProof="0" dirty="0"/>
              <a:t> </a:t>
            </a:r>
            <a:r>
              <a:rPr lang="nl-NL" noProof="0" dirty="0" err="1"/>
              <a:t>bullet</a:t>
            </a:r>
            <a:endParaRPr lang="nl-NL" noProof="0" dirty="0"/>
          </a:p>
          <a:p>
            <a:pPr lvl="8"/>
            <a:r>
              <a:rPr lang="nl-NL" noProof="0" dirty="0"/>
              <a:t>Sub-</a:t>
            </a:r>
            <a:r>
              <a:rPr lang="nl-NL" noProof="0" dirty="0" err="1"/>
              <a:t>bullet</a:t>
            </a:r>
            <a:endParaRPr lang="nl-NL" noProof="0" dirty="0"/>
          </a:p>
        </p:txBody>
      </p:sp>
      <p:sp>
        <p:nvSpPr>
          <p:cNvPr id="18" name="Tijdelijke aanduiding voor grafiek 17">
            <a:extLst>
              <a:ext uri="{FF2B5EF4-FFF2-40B4-BE49-F238E27FC236}">
                <a16:creationId xmlns:a16="http://schemas.microsoft.com/office/drawing/2014/main" id="{FBAE20DA-BB0F-413F-A532-86A4D0079AB9}"/>
              </a:ext>
            </a:extLst>
          </p:cNvPr>
          <p:cNvSpPr>
            <a:spLocks noGrp="1"/>
          </p:cNvSpPr>
          <p:nvPr>
            <p:ph type="chart" sz="quarter" idx="13" hasCustomPrompt="1"/>
          </p:nvPr>
        </p:nvSpPr>
        <p:spPr>
          <a:xfrm>
            <a:off x="6311901" y="1765300"/>
            <a:ext cx="5364161" cy="4575175"/>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9" name="Rechthoek: afgeronde hoeken 8">
            <a:extLst>
              <a:ext uri="{FF2B5EF4-FFF2-40B4-BE49-F238E27FC236}">
                <a16:creationId xmlns:a16="http://schemas.microsoft.com/office/drawing/2014/main" id="{19073F80-05A1-479C-B75D-C163DC462079}"/>
              </a:ext>
            </a:extLst>
          </p:cNvPr>
          <p:cNvSpPr/>
          <p:nvPr userDrawn="1"/>
        </p:nvSpPr>
        <p:spPr>
          <a:xfrm>
            <a:off x="0" y="-429492"/>
            <a:ext cx="2272289"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err="1">
                <a:solidFill>
                  <a:schemeClr val="accent2"/>
                </a:solidFill>
                <a:latin typeface="+mj-lt"/>
              </a:rPr>
              <a:t>Text</a:t>
            </a:r>
            <a:r>
              <a:rPr lang="nl-NL" sz="2400" b="1" cap="all" baseline="0" noProof="0">
                <a:solidFill>
                  <a:schemeClr val="accent2"/>
                </a:solidFill>
                <a:latin typeface="+mj-lt"/>
              </a:rPr>
              <a:t> + </a:t>
            </a:r>
            <a:r>
              <a:rPr lang="nl-NL" sz="2400" b="1" cap="all" baseline="0" noProof="0" err="1">
                <a:solidFill>
                  <a:schemeClr val="accent2"/>
                </a:solidFill>
                <a:latin typeface="+mj-lt"/>
              </a:rPr>
              <a:t>graph</a:t>
            </a:r>
            <a:endParaRPr lang="nl-NL" sz="2400" b="1" cap="all" baseline="0" noProof="0">
              <a:solidFill>
                <a:schemeClr val="accent2"/>
              </a:solidFill>
              <a:latin typeface="+mj-lt"/>
            </a:endParaRPr>
          </a:p>
        </p:txBody>
      </p:sp>
      <p:grpSp>
        <p:nvGrpSpPr>
          <p:cNvPr id="8" name="INSTRUCTIE">
            <a:extLst>
              <a:ext uri="{FF2B5EF4-FFF2-40B4-BE49-F238E27FC236}">
                <a16:creationId xmlns:a16="http://schemas.microsoft.com/office/drawing/2014/main" id="{B43D376E-C5D5-4DFF-9CEF-84B46ACCCD9D}"/>
              </a:ext>
            </a:extLst>
          </p:cNvPr>
          <p:cNvGrpSpPr/>
          <p:nvPr userDrawn="1"/>
        </p:nvGrpSpPr>
        <p:grpSpPr>
          <a:xfrm>
            <a:off x="-3786437" y="0"/>
            <a:ext cx="3693386" cy="5359349"/>
            <a:chOff x="-3786437" y="0"/>
            <a:chExt cx="3693386" cy="5359349"/>
          </a:xfrm>
        </p:grpSpPr>
        <p:sp>
          <p:nvSpPr>
            <p:cNvPr id="12" name="Rechthoek 11">
              <a:extLst>
                <a:ext uri="{FF2B5EF4-FFF2-40B4-BE49-F238E27FC236}">
                  <a16:creationId xmlns:a16="http://schemas.microsoft.com/office/drawing/2014/main" id="{F829F412-7C66-4F48-9023-B7CDC8369AA3}"/>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13" name="Ovaal 12">
              <a:extLst>
                <a:ext uri="{FF2B5EF4-FFF2-40B4-BE49-F238E27FC236}">
                  <a16:creationId xmlns:a16="http://schemas.microsoft.com/office/drawing/2014/main" id="{A423A4CB-E8DF-4A27-A311-AD91B021C27D}"/>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4" name="Rechthoek 13">
              <a:extLst>
                <a:ext uri="{FF2B5EF4-FFF2-40B4-BE49-F238E27FC236}">
                  <a16:creationId xmlns:a16="http://schemas.microsoft.com/office/drawing/2014/main" id="{F578FB96-7F03-4F3B-BABD-E31C6854092D}"/>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15" name="Ovaal 14">
              <a:extLst>
                <a:ext uri="{FF2B5EF4-FFF2-40B4-BE49-F238E27FC236}">
                  <a16:creationId xmlns:a16="http://schemas.microsoft.com/office/drawing/2014/main" id="{DB198E00-2FD4-4241-A14C-29060F381897}"/>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 name="Rechthoek 15">
              <a:extLst>
                <a:ext uri="{FF2B5EF4-FFF2-40B4-BE49-F238E27FC236}">
                  <a16:creationId xmlns:a16="http://schemas.microsoft.com/office/drawing/2014/main" id="{61107FE6-3739-484C-94C4-4FBA11D9184F}"/>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7" name="Rechthoek 16">
              <a:extLst>
                <a:ext uri="{FF2B5EF4-FFF2-40B4-BE49-F238E27FC236}">
                  <a16:creationId xmlns:a16="http://schemas.microsoft.com/office/drawing/2014/main" id="{1B73D8D1-66E0-4745-B6EF-B3DE1D51F8D2}"/>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57161AED-9010-4FAD-B802-3C889EDA08E4}"/>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A35D2C8B-540E-4388-88C3-11EDBFA235B9}"/>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25084F64-E64F-4387-8396-9363D232FB75}"/>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9F42D347-76F2-4DBB-93BE-4CA89FCE82CF}"/>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9FEA283C-E4E6-447F-85B0-28A739421A1A}"/>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4F4A04AB-6A78-48AE-B2EC-F09D20DBA323}"/>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F1EDA69D-76EB-4832-8DB9-FA196524D4A7}"/>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E1449FB0-77D8-47A6-AD35-7C4CC5D0D6B1}"/>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5A613427-1671-4A5A-B081-3AADBDE5E7AB}"/>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0245F05C-D4B0-41FF-9FC0-3A88A9CF7F02}"/>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2B72369B-2C2F-44E2-9146-81A4146F7528}"/>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DE81226B-B1D4-4013-A689-73AC71DCD2EA}"/>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2CD4A749-42E9-41FA-B040-3735772F1D77}"/>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D7F8266A-BD5C-4FE0-BC76-5A9D66D7B395}"/>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B79CF70E-E14D-4CD2-98C1-1D2E3F2C42D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A3FF8B2D-317B-40BC-819F-7FD3F83916D8}"/>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E740DA0E-0872-4B1A-B0A2-78D4BE2685B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2F383874-CFCC-4072-B30B-FD39450B269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E6ACF5FA-6558-448A-B12C-8C5F740A73CD}"/>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073CE12A-0277-4CE5-877D-1A8F9FB42B6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2F82104C-B0E1-4432-A3DF-32E00405FD14}"/>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5C3E6846-97AC-4288-9402-A299B0CA5BF9}"/>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021FE68E-C049-4EFD-9FF2-CF7287EDBC77}"/>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31EE2479-BB61-4020-A81F-363D5FAA0C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B412D370-960D-4A24-90C3-78D9DF74C9E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E7889D86-EB0D-4DE5-8FB1-57260BC0D2F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43C2135B-4106-4546-B8B5-3A23182462F0}"/>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38AB4DD8-9B36-4D28-BD28-A66E8DB52E6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FA7AD5AB-8B5E-4C4D-917D-9D5538121EA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83111966-8111-420D-B700-586F44AFD2C4}"/>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35ACC5CC-32D8-438C-9635-67832B7A022F}"/>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0FE64BC0-ED97-433C-BE5D-2EAC19D239DD}"/>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9C79D252-AEB7-44FD-A62A-5E6544CD805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B4B41E8B-F2AB-4FB9-A6E9-75E6A0380FBE}"/>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C9D554FB-77C7-413B-A1BF-257DCAA3189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D70D225F-53CB-4483-B95A-8C2D373CA13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B76E9906-A8E5-49AC-8E15-5CEC4DC0CC8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6115F480-396C-431D-B83B-62678CAF7F19}"/>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CC32FB9C-B179-4C2D-9AB9-68EBA95B223B}"/>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1F2EE9F3-FFED-4233-A887-13003F48F543}"/>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81C91246-351B-441F-A18F-7102C6B2BE7F}"/>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233508FD-5575-4A2D-892F-124C4BDE1719}"/>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9F2EE565-A257-47A7-96F2-6CB333A3E859}"/>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B35AE1C2-534D-4B3A-B36C-AF92CA537DC1}"/>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F37917C9-A26C-4A56-8961-BD3EEF9B9C7F}"/>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2961A7A8-022D-4578-B354-B3DC362E3F1A}"/>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FDE5ACAF-C6C5-4121-B408-8FFD888D239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3F8D828F-BCD0-4F33-96F8-F9BBFD32096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A27983E0-CD63-4803-BF5E-1E62C3E1748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5CD31F1B-4059-4FC5-A488-5914C8E0122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9233E932-7420-455F-9854-6FF5C1327C6D}"/>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1A265810-C78B-435C-B962-B233D668F66E}"/>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AA3E4A66-6E8E-4128-B73F-70A44E1EFE3E}"/>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F6921646-C714-4BDB-AC6B-385FD8AC002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A4380F94-AE0A-4384-99DE-619C40B580F7}"/>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440BB240-790B-412E-9A37-F43232C6604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057A5DB4-655D-46D8-A2CF-5E03177F019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759EEFF1-F2C4-4C99-9896-73C49DAD005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BF95D14D-0CF5-4EEE-A62B-30D5A797B69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401510F0-1E4B-4302-9E5C-5963A8431FCB}"/>
              </a:ext>
            </a:extLst>
          </p:cNvPr>
          <p:cNvGrpSpPr/>
          <p:nvPr userDrawn="1"/>
        </p:nvGrpSpPr>
        <p:grpSpPr>
          <a:xfrm>
            <a:off x="12377595" y="1"/>
            <a:ext cx="3693386" cy="6233352"/>
            <a:chOff x="-3786437" y="1"/>
            <a:chExt cx="3693386" cy="6233352"/>
          </a:xfrm>
        </p:grpSpPr>
        <p:grpSp>
          <p:nvGrpSpPr>
            <p:cNvPr id="79" name="Groep 78">
              <a:extLst>
                <a:ext uri="{FF2B5EF4-FFF2-40B4-BE49-F238E27FC236}">
                  <a16:creationId xmlns:a16="http://schemas.microsoft.com/office/drawing/2014/main" id="{38DE2E81-5B01-412F-A7C6-37E88B4CE4BA}"/>
                </a:ext>
              </a:extLst>
            </p:cNvPr>
            <p:cNvGrpSpPr/>
            <p:nvPr userDrawn="1"/>
          </p:nvGrpSpPr>
          <p:grpSpPr>
            <a:xfrm>
              <a:off x="-3786437" y="3752148"/>
              <a:ext cx="3693386" cy="2481205"/>
              <a:chOff x="-3786437" y="3752148"/>
              <a:chExt cx="3693386" cy="2481205"/>
            </a:xfrm>
          </p:grpSpPr>
          <p:sp>
            <p:nvSpPr>
              <p:cNvPr id="99" name="Rechthoek 98">
                <a:extLst>
                  <a:ext uri="{FF2B5EF4-FFF2-40B4-BE49-F238E27FC236}">
                    <a16:creationId xmlns:a16="http://schemas.microsoft.com/office/drawing/2014/main" id="{503A3727-9F7B-43AA-8031-9162B1973540}"/>
                  </a:ext>
                </a:extLst>
              </p:cNvPr>
              <p:cNvSpPr/>
              <p:nvPr userDrawn="1"/>
            </p:nvSpPr>
            <p:spPr>
              <a:xfrm>
                <a:off x="-3786165" y="3752148"/>
                <a:ext cx="3593091" cy="17526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Grafiek data bewerken</a:t>
                </a:r>
              </a:p>
            </p:txBody>
          </p:sp>
          <p:sp>
            <p:nvSpPr>
              <p:cNvPr id="100" name="Ovaal 99">
                <a:extLst>
                  <a:ext uri="{FF2B5EF4-FFF2-40B4-BE49-F238E27FC236}">
                    <a16:creationId xmlns:a16="http://schemas.microsoft.com/office/drawing/2014/main" id="{018E6471-2A6F-4CFA-A3CA-AADA8113E270}"/>
                  </a:ext>
                </a:extLst>
              </p:cNvPr>
              <p:cNvSpPr/>
              <p:nvPr userDrawn="1"/>
            </p:nvSpPr>
            <p:spPr>
              <a:xfrm>
                <a:off x="-3603587" y="421674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01" name="Rechthoek 100">
                <a:extLst>
                  <a:ext uri="{FF2B5EF4-FFF2-40B4-BE49-F238E27FC236}">
                    <a16:creationId xmlns:a16="http://schemas.microsoft.com/office/drawing/2014/main" id="{1921A45B-EF76-4353-9CC4-E8A2FE9AF576}"/>
                  </a:ext>
                </a:extLst>
              </p:cNvPr>
              <p:cNvSpPr/>
              <p:nvPr userDrawn="1"/>
            </p:nvSpPr>
            <p:spPr>
              <a:xfrm>
                <a:off x="-3319415" y="4216747"/>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Klik met de rechter muisknop op de grafiek</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kies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‘Gegevens bewerken’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02" name="Groep 101">
                <a:extLst>
                  <a:ext uri="{FF2B5EF4-FFF2-40B4-BE49-F238E27FC236}">
                    <a16:creationId xmlns:a16="http://schemas.microsoft.com/office/drawing/2014/main" id="{3EE98E52-23EF-41DD-B659-2E3CEF3198DB}"/>
                  </a:ext>
                </a:extLst>
              </p:cNvPr>
              <p:cNvGrpSpPr/>
              <p:nvPr userDrawn="1"/>
            </p:nvGrpSpPr>
            <p:grpSpPr>
              <a:xfrm>
                <a:off x="-3314821" y="4656539"/>
                <a:ext cx="1495189" cy="563933"/>
                <a:chOff x="-3314821" y="3310415"/>
                <a:chExt cx="1495189" cy="563933"/>
              </a:xfrm>
            </p:grpSpPr>
            <p:sp>
              <p:nvSpPr>
                <p:cNvPr id="107" name="Rechthoek 106">
                  <a:extLst>
                    <a:ext uri="{FF2B5EF4-FFF2-40B4-BE49-F238E27FC236}">
                      <a16:creationId xmlns:a16="http://schemas.microsoft.com/office/drawing/2014/main" id="{01A4A792-48CE-460B-84B6-A2696A96818C}"/>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08" name="Rechthoek 107">
                  <a:extLst>
                    <a:ext uri="{FF2B5EF4-FFF2-40B4-BE49-F238E27FC236}">
                      <a16:creationId xmlns:a16="http://schemas.microsoft.com/office/drawing/2014/main" id="{DC441F9E-5B16-4620-B879-28569EFAD717}"/>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09" name="Tekstvak 108">
                  <a:extLst>
                    <a:ext uri="{FF2B5EF4-FFF2-40B4-BE49-F238E27FC236}">
                      <a16:creationId xmlns:a16="http://schemas.microsoft.com/office/drawing/2014/main" id="{08EEFDB4-FD8A-4A7A-9835-D3CEAA48177A}"/>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Grafiektype wijzigen</a:t>
                  </a:r>
                </a:p>
              </p:txBody>
            </p:sp>
            <p:sp>
              <p:nvSpPr>
                <p:cNvPr id="110" name="Tekstvak 109">
                  <a:extLst>
                    <a:ext uri="{FF2B5EF4-FFF2-40B4-BE49-F238E27FC236}">
                      <a16:creationId xmlns:a16="http://schemas.microsoft.com/office/drawing/2014/main" id="{F258BCF0-021A-4256-92E3-7F2916B01A33}"/>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Gegevens bewerken</a:t>
                  </a:r>
                </a:p>
              </p:txBody>
            </p:sp>
            <p:sp>
              <p:nvSpPr>
                <p:cNvPr id="111" name="Vrije vorm: vorm 110">
                  <a:extLst>
                    <a:ext uri="{FF2B5EF4-FFF2-40B4-BE49-F238E27FC236}">
                      <a16:creationId xmlns:a16="http://schemas.microsoft.com/office/drawing/2014/main" id="{E13E50E4-0BF0-4740-BFDE-AB7B7FA023E6}"/>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grpSp>
              <p:nvGrpSpPr>
                <p:cNvPr id="112" name="Groep 111">
                  <a:extLst>
                    <a:ext uri="{FF2B5EF4-FFF2-40B4-BE49-F238E27FC236}">
                      <a16:creationId xmlns:a16="http://schemas.microsoft.com/office/drawing/2014/main" id="{3CAEC3A1-F2DC-4E45-9F4D-AFF06B59334B}"/>
                    </a:ext>
                  </a:extLst>
                </p:cNvPr>
                <p:cNvGrpSpPr/>
                <p:nvPr userDrawn="1"/>
              </p:nvGrpSpPr>
              <p:grpSpPr>
                <a:xfrm>
                  <a:off x="-3261976" y="3361742"/>
                  <a:ext cx="139861" cy="152244"/>
                  <a:chOff x="12574450" y="6053892"/>
                  <a:chExt cx="169232" cy="184215"/>
                </a:xfrm>
              </p:grpSpPr>
              <p:sp>
                <p:nvSpPr>
                  <p:cNvPr id="132" name="Rechthoek 131">
                    <a:extLst>
                      <a:ext uri="{FF2B5EF4-FFF2-40B4-BE49-F238E27FC236}">
                        <a16:creationId xmlns:a16="http://schemas.microsoft.com/office/drawing/2014/main" id="{84FA2034-8FE3-4ACF-BB7C-DA080C38DC19}"/>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rgbClr val="211F26"/>
                      </a:solidFill>
                      <a:latin typeface="Calibri" panose="020F0502020204030204" pitchFamily="34" charset="0"/>
                      <a:cs typeface="Calibri" panose="020F0502020204030204" pitchFamily="34" charset="0"/>
                    </a:endParaRPr>
                  </a:p>
                </p:txBody>
              </p:sp>
              <p:sp>
                <p:nvSpPr>
                  <p:cNvPr id="133" name="Rechthoek 132">
                    <a:extLst>
                      <a:ext uri="{FF2B5EF4-FFF2-40B4-BE49-F238E27FC236}">
                        <a16:creationId xmlns:a16="http://schemas.microsoft.com/office/drawing/2014/main" id="{B947723A-2D45-4D03-A17D-0E1C87FE111E}"/>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rgbClr val="211F26"/>
                      </a:solidFill>
                      <a:latin typeface="Calibri" panose="020F0502020204030204" pitchFamily="34" charset="0"/>
                      <a:cs typeface="Calibri" panose="020F0502020204030204" pitchFamily="34" charset="0"/>
                    </a:endParaRPr>
                  </a:p>
                </p:txBody>
              </p:sp>
              <p:sp>
                <p:nvSpPr>
                  <p:cNvPr id="134" name="Rechthoek 133">
                    <a:extLst>
                      <a:ext uri="{FF2B5EF4-FFF2-40B4-BE49-F238E27FC236}">
                        <a16:creationId xmlns:a16="http://schemas.microsoft.com/office/drawing/2014/main" id="{71022863-9467-4369-A05F-B8C36FC241D4}"/>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113" name="Groep 112">
                  <a:extLst>
                    <a:ext uri="{FF2B5EF4-FFF2-40B4-BE49-F238E27FC236}">
                      <a16:creationId xmlns:a16="http://schemas.microsoft.com/office/drawing/2014/main" id="{BEA58F95-5802-4DFB-A98C-A2855D49172D}"/>
                    </a:ext>
                  </a:extLst>
                </p:cNvPr>
                <p:cNvGrpSpPr/>
                <p:nvPr userDrawn="1"/>
              </p:nvGrpSpPr>
              <p:grpSpPr>
                <a:xfrm>
                  <a:off x="-3261070" y="3635199"/>
                  <a:ext cx="168905" cy="104490"/>
                  <a:chOff x="-3261070" y="3620931"/>
                  <a:chExt cx="193920" cy="119965"/>
                </a:xfrm>
              </p:grpSpPr>
              <p:sp>
                <p:nvSpPr>
                  <p:cNvPr id="114" name="Rechthoek 113">
                    <a:extLst>
                      <a:ext uri="{FF2B5EF4-FFF2-40B4-BE49-F238E27FC236}">
                        <a16:creationId xmlns:a16="http://schemas.microsoft.com/office/drawing/2014/main" id="{D354CCE8-7FE2-450E-A860-A65D7E0ECBA2}"/>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nvGrpSpPr>
                  <p:cNvPr id="115" name="Groep 114">
                    <a:extLst>
                      <a:ext uri="{FF2B5EF4-FFF2-40B4-BE49-F238E27FC236}">
                        <a16:creationId xmlns:a16="http://schemas.microsoft.com/office/drawing/2014/main" id="{C2EB0CFE-0B37-4ED2-B271-2C262D2633AF}"/>
                      </a:ext>
                    </a:extLst>
                  </p:cNvPr>
                  <p:cNvGrpSpPr/>
                  <p:nvPr userDrawn="1"/>
                </p:nvGrpSpPr>
                <p:grpSpPr>
                  <a:xfrm>
                    <a:off x="-3261070" y="3622063"/>
                    <a:ext cx="141113" cy="117345"/>
                    <a:chOff x="1094874" y="-878306"/>
                    <a:chExt cx="867364" cy="613611"/>
                  </a:xfrm>
                </p:grpSpPr>
                <p:cxnSp>
                  <p:nvCxnSpPr>
                    <p:cNvPr id="125" name="Rechte verbindingslijn 124">
                      <a:extLst>
                        <a:ext uri="{FF2B5EF4-FFF2-40B4-BE49-F238E27FC236}">
                          <a16:creationId xmlns:a16="http://schemas.microsoft.com/office/drawing/2014/main" id="{AFAEFA00-CA45-4534-98F8-F69E73410298}"/>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6" name="Rechte verbindingslijn 125">
                      <a:extLst>
                        <a:ext uri="{FF2B5EF4-FFF2-40B4-BE49-F238E27FC236}">
                          <a16:creationId xmlns:a16="http://schemas.microsoft.com/office/drawing/2014/main" id="{9B412AFD-7B8C-4DF3-91C0-3C06B981C384}"/>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27" name="Groep 126">
                      <a:extLst>
                        <a:ext uri="{FF2B5EF4-FFF2-40B4-BE49-F238E27FC236}">
                          <a16:creationId xmlns:a16="http://schemas.microsoft.com/office/drawing/2014/main" id="{7D94C763-7C5D-4836-9EBD-E71DAF0392BC}"/>
                        </a:ext>
                      </a:extLst>
                    </p:cNvPr>
                    <p:cNvGrpSpPr/>
                    <p:nvPr userDrawn="1"/>
                  </p:nvGrpSpPr>
                  <p:grpSpPr>
                    <a:xfrm>
                      <a:off x="1270535" y="-878306"/>
                      <a:ext cx="526983" cy="613611"/>
                      <a:chOff x="1270535" y="-745959"/>
                      <a:chExt cx="526983" cy="481264"/>
                    </a:xfrm>
                  </p:grpSpPr>
                  <p:cxnSp>
                    <p:nvCxnSpPr>
                      <p:cNvPr id="128" name="Rechte verbindingslijn 127">
                        <a:extLst>
                          <a:ext uri="{FF2B5EF4-FFF2-40B4-BE49-F238E27FC236}">
                            <a16:creationId xmlns:a16="http://schemas.microsoft.com/office/drawing/2014/main" id="{F64AD789-6BC0-4A70-B012-71DE5EE0DA88}"/>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9" name="Rechte verbindingslijn 128">
                        <a:extLst>
                          <a:ext uri="{FF2B5EF4-FFF2-40B4-BE49-F238E27FC236}">
                            <a16:creationId xmlns:a16="http://schemas.microsoft.com/office/drawing/2014/main" id="{B2856916-50B6-4385-9C73-33A7DE200F18}"/>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0" name="Rechte verbindingslijn 129">
                        <a:extLst>
                          <a:ext uri="{FF2B5EF4-FFF2-40B4-BE49-F238E27FC236}">
                            <a16:creationId xmlns:a16="http://schemas.microsoft.com/office/drawing/2014/main" id="{AB1A8AAE-78B0-4E16-B78D-6C7207DBD7C9}"/>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1" name="Rechte verbindingslijn 130">
                        <a:extLst>
                          <a:ext uri="{FF2B5EF4-FFF2-40B4-BE49-F238E27FC236}">
                            <a16:creationId xmlns:a16="http://schemas.microsoft.com/office/drawing/2014/main" id="{9408CC6B-E0AF-4505-BA56-B63D4FB870DD}"/>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16" name="Rechte verbindingslijn 115">
                    <a:extLst>
                      <a:ext uri="{FF2B5EF4-FFF2-40B4-BE49-F238E27FC236}">
                        <a16:creationId xmlns:a16="http://schemas.microsoft.com/office/drawing/2014/main" id="{D9FE084F-BD85-40E2-8791-6A2A768FDC0C}"/>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7" name="Rechte verbindingslijn 116">
                    <a:extLst>
                      <a:ext uri="{FF2B5EF4-FFF2-40B4-BE49-F238E27FC236}">
                        <a16:creationId xmlns:a16="http://schemas.microsoft.com/office/drawing/2014/main" id="{258C6F44-C85C-4331-AC2D-11E5FAB9A6AE}"/>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8" name="Rechte verbindingslijn 117">
                    <a:extLst>
                      <a:ext uri="{FF2B5EF4-FFF2-40B4-BE49-F238E27FC236}">
                        <a16:creationId xmlns:a16="http://schemas.microsoft.com/office/drawing/2014/main" id="{5EA16D86-E9C1-4CCB-ADCB-8D4C1EB93AA5}"/>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9" name="Rechte verbindingslijn 118">
                    <a:extLst>
                      <a:ext uri="{FF2B5EF4-FFF2-40B4-BE49-F238E27FC236}">
                        <a16:creationId xmlns:a16="http://schemas.microsoft.com/office/drawing/2014/main" id="{ED5D0877-2DC0-4ACC-80C0-B51DDB4D0E83}"/>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120" name="Rechthoek 119">
                    <a:extLst>
                      <a:ext uri="{FF2B5EF4-FFF2-40B4-BE49-F238E27FC236}">
                        <a16:creationId xmlns:a16="http://schemas.microsoft.com/office/drawing/2014/main" id="{0A75FAC8-0679-46A6-9ABE-5A93EB973109}"/>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nvGrpSpPr>
                  <p:cNvPr id="121" name="Groep 120">
                    <a:extLst>
                      <a:ext uri="{FF2B5EF4-FFF2-40B4-BE49-F238E27FC236}">
                        <a16:creationId xmlns:a16="http://schemas.microsoft.com/office/drawing/2014/main" id="{061610D4-DB6A-41F2-878C-1168B7464B6E}"/>
                      </a:ext>
                    </a:extLst>
                  </p:cNvPr>
                  <p:cNvGrpSpPr/>
                  <p:nvPr userDrawn="1"/>
                </p:nvGrpSpPr>
                <p:grpSpPr>
                  <a:xfrm rot="2700000">
                    <a:off x="-3158000" y="3650045"/>
                    <a:ext cx="34350" cy="147351"/>
                    <a:chOff x="3148392" y="-836646"/>
                    <a:chExt cx="132124" cy="596095"/>
                  </a:xfrm>
                  <a:solidFill>
                    <a:srgbClr val="3399FF"/>
                  </a:solidFill>
                </p:grpSpPr>
                <p:sp>
                  <p:nvSpPr>
                    <p:cNvPr id="122" name="Rechthoek 121">
                      <a:extLst>
                        <a:ext uri="{FF2B5EF4-FFF2-40B4-BE49-F238E27FC236}">
                          <a16:creationId xmlns:a16="http://schemas.microsoft.com/office/drawing/2014/main" id="{E174C5CF-6E26-4BFE-81AB-0F3D3935088D}"/>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23" name="Rechthoek: afgeronde bovenhoeken 122">
                      <a:extLst>
                        <a:ext uri="{FF2B5EF4-FFF2-40B4-BE49-F238E27FC236}">
                          <a16:creationId xmlns:a16="http://schemas.microsoft.com/office/drawing/2014/main" id="{2E195A6C-619A-45FF-9648-F6D5EC3280B6}"/>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24" name="Gelijkbenige driehoek 123">
                      <a:extLst>
                        <a:ext uri="{FF2B5EF4-FFF2-40B4-BE49-F238E27FC236}">
                          <a16:creationId xmlns:a16="http://schemas.microsoft.com/office/drawing/2014/main" id="{E37011A6-DA25-4CB4-BC44-6364BA2AD2CB}"/>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grpSp>
          </p:grpSp>
          <p:sp>
            <p:nvSpPr>
              <p:cNvPr id="103" name="Rechthoek 102">
                <a:extLst>
                  <a:ext uri="{FF2B5EF4-FFF2-40B4-BE49-F238E27FC236}">
                    <a16:creationId xmlns:a16="http://schemas.microsoft.com/office/drawing/2014/main" id="{5F904B88-744F-452E-87F0-7205E37ABDFE}"/>
                  </a:ext>
                </a:extLst>
              </p:cNvPr>
              <p:cNvSpPr/>
              <p:nvPr userDrawn="1"/>
            </p:nvSpPr>
            <p:spPr>
              <a:xfrm>
                <a:off x="-3786437" y="540535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104" name="ICOON_info">
                <a:extLst>
                  <a:ext uri="{FF2B5EF4-FFF2-40B4-BE49-F238E27FC236}">
                    <a16:creationId xmlns:a16="http://schemas.microsoft.com/office/drawing/2014/main" id="{637E9E26-A493-4BCF-98E6-A56BB95917AF}"/>
                  </a:ext>
                </a:extLst>
              </p:cNvPr>
              <p:cNvGrpSpPr/>
              <p:nvPr userDrawn="1"/>
            </p:nvGrpSpPr>
            <p:grpSpPr>
              <a:xfrm>
                <a:off x="-376736" y="5269335"/>
                <a:ext cx="283685" cy="283685"/>
                <a:chOff x="-510741" y="5913713"/>
                <a:chExt cx="267555" cy="267555"/>
              </a:xfrm>
            </p:grpSpPr>
            <p:sp>
              <p:nvSpPr>
                <p:cNvPr id="105" name="Ovaal 104">
                  <a:extLst>
                    <a:ext uri="{FF2B5EF4-FFF2-40B4-BE49-F238E27FC236}">
                      <a16:creationId xmlns:a16="http://schemas.microsoft.com/office/drawing/2014/main" id="{1D580A5D-D3FF-4BB0-8B72-4250133D9FF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106" name="Graphic 163" descr="Informatie">
                  <a:extLst>
                    <a:ext uri="{FF2B5EF4-FFF2-40B4-BE49-F238E27FC236}">
                      <a16:creationId xmlns:a16="http://schemas.microsoft.com/office/drawing/2014/main" id="{F74266F3-88AD-4C61-B52D-B7D2D133F24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a:solidFill>
                      <a:srgbClr val="211F26"/>
                    </a:solidFill>
                    <a:latin typeface="Calibri" panose="020F0502020204030204" pitchFamily="34" charset="0"/>
                    <a:cs typeface="Calibri" panose="020F0502020204030204" pitchFamily="34" charset="0"/>
                  </a:endParaRPr>
                </a:p>
              </p:txBody>
            </p:sp>
          </p:grpSp>
        </p:grpSp>
        <p:grpSp>
          <p:nvGrpSpPr>
            <p:cNvPr id="80" name="INSTRUCTIE">
              <a:extLst>
                <a:ext uri="{FF2B5EF4-FFF2-40B4-BE49-F238E27FC236}">
                  <a16:creationId xmlns:a16="http://schemas.microsoft.com/office/drawing/2014/main" id="{DD5E165D-DC45-4245-908D-6CB476AB89B2}"/>
                </a:ext>
              </a:extLst>
            </p:cNvPr>
            <p:cNvGrpSpPr/>
            <p:nvPr userDrawn="1"/>
          </p:nvGrpSpPr>
          <p:grpSpPr>
            <a:xfrm>
              <a:off x="-3786165" y="1"/>
              <a:ext cx="3593091" cy="3570215"/>
              <a:chOff x="-3786165" y="1"/>
              <a:chExt cx="3593091" cy="3570215"/>
            </a:xfrm>
          </p:grpSpPr>
          <p:sp>
            <p:nvSpPr>
              <p:cNvPr id="81" name="Rechthoek 80">
                <a:extLst>
                  <a:ext uri="{FF2B5EF4-FFF2-40B4-BE49-F238E27FC236}">
                    <a16:creationId xmlns:a16="http://schemas.microsoft.com/office/drawing/2014/main" id="{5A753C5C-F0FC-42B2-A588-FEE9DB17F729}"/>
                  </a:ext>
                </a:extLst>
              </p:cNvPr>
              <p:cNvSpPr/>
              <p:nvPr userDrawn="1"/>
            </p:nvSpPr>
            <p:spPr>
              <a:xfrm>
                <a:off x="-3786165" y="1"/>
                <a:ext cx="3593091" cy="3570215"/>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Grafiek invoegen/opmaken</a:t>
                </a:r>
              </a:p>
            </p:txBody>
          </p:sp>
          <p:sp>
            <p:nvSpPr>
              <p:cNvPr id="82" name="Ovaal 81">
                <a:extLst>
                  <a:ext uri="{FF2B5EF4-FFF2-40B4-BE49-F238E27FC236}">
                    <a16:creationId xmlns:a16="http://schemas.microsoft.com/office/drawing/2014/main" id="{76829774-A30D-4810-B5E9-DA7AC6130C66}"/>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3" name="Rechthoek 82">
                <a:extLst>
                  <a:ext uri="{FF2B5EF4-FFF2-40B4-BE49-F238E27FC236}">
                    <a16:creationId xmlns:a16="http://schemas.microsoft.com/office/drawing/2014/main" id="{9DF69EEE-746B-412D-977C-F724A17AD0C5}"/>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grafiek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grafiek in te voegen</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sp>
            <p:nvSpPr>
              <p:cNvPr id="84" name="Ovaal 83">
                <a:extLst>
                  <a:ext uri="{FF2B5EF4-FFF2-40B4-BE49-F238E27FC236}">
                    <a16:creationId xmlns:a16="http://schemas.microsoft.com/office/drawing/2014/main" id="{C2EB5319-8296-4C7D-A7CC-D2AD75A0D0FD}"/>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31DBA489-E8B9-4157-9DCD-3D3B86B724BF}"/>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grafiek</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C1814997-1673-41E4-BC09-AA514D52FE52}"/>
                  </a:ext>
                </a:extLst>
              </p:cNvPr>
              <p:cNvGrpSpPr/>
              <p:nvPr userDrawn="1"/>
            </p:nvGrpSpPr>
            <p:grpSpPr>
              <a:xfrm>
                <a:off x="-3311319" y="2164285"/>
                <a:ext cx="825500" cy="209550"/>
                <a:chOff x="13504624" y="2482850"/>
                <a:chExt cx="825500" cy="209550"/>
              </a:xfrm>
            </p:grpSpPr>
            <p:sp>
              <p:nvSpPr>
                <p:cNvPr id="96" name="Rechthoek 95">
                  <a:extLst>
                    <a:ext uri="{FF2B5EF4-FFF2-40B4-BE49-F238E27FC236}">
                      <a16:creationId xmlns:a16="http://schemas.microsoft.com/office/drawing/2014/main" id="{FCFD399A-9DB6-442C-B63D-DD2971BC9C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97" name="Rechte verbindingslijn 96">
                  <a:extLst>
                    <a:ext uri="{FF2B5EF4-FFF2-40B4-BE49-F238E27FC236}">
                      <a16:creationId xmlns:a16="http://schemas.microsoft.com/office/drawing/2014/main" id="{41C3B35C-891A-4E5D-AB1E-916B3E2924BF}"/>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98" name="Gelijkbenige driehoek 97">
                  <a:extLst>
                    <a:ext uri="{FF2B5EF4-FFF2-40B4-BE49-F238E27FC236}">
                      <a16:creationId xmlns:a16="http://schemas.microsoft.com/office/drawing/2014/main" id="{C3131AF0-07CD-4946-B098-23FC11CC775C}"/>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grpSp>
            <p:nvGrpSpPr>
              <p:cNvPr id="87" name="Groep 86">
                <a:extLst>
                  <a:ext uri="{FF2B5EF4-FFF2-40B4-BE49-F238E27FC236}">
                    <a16:creationId xmlns:a16="http://schemas.microsoft.com/office/drawing/2014/main" id="{A4F20450-FD36-49D2-9374-7444B03A5B8C}"/>
                  </a:ext>
                </a:extLst>
              </p:cNvPr>
              <p:cNvGrpSpPr/>
              <p:nvPr userDrawn="1"/>
            </p:nvGrpSpPr>
            <p:grpSpPr>
              <a:xfrm>
                <a:off x="-3316599" y="1232480"/>
                <a:ext cx="289372" cy="314992"/>
                <a:chOff x="7322769" y="-310267"/>
                <a:chExt cx="289372" cy="314992"/>
              </a:xfrm>
            </p:grpSpPr>
            <p:sp>
              <p:nvSpPr>
                <p:cNvPr id="93" name="Rechthoek 92">
                  <a:extLst>
                    <a:ext uri="{FF2B5EF4-FFF2-40B4-BE49-F238E27FC236}">
                      <a16:creationId xmlns:a16="http://schemas.microsoft.com/office/drawing/2014/main" id="{E54AF7F8-6218-4DB0-A04A-C6A33AFF719E}"/>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94" name="Rechthoek 93">
                  <a:extLst>
                    <a:ext uri="{FF2B5EF4-FFF2-40B4-BE49-F238E27FC236}">
                      <a16:creationId xmlns:a16="http://schemas.microsoft.com/office/drawing/2014/main" id="{A83C88D3-9D4D-45B3-8CF5-55717DD72625}"/>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95" name="Rechthoek 94">
                  <a:extLst>
                    <a:ext uri="{FF2B5EF4-FFF2-40B4-BE49-F238E27FC236}">
                      <a16:creationId xmlns:a16="http://schemas.microsoft.com/office/drawing/2014/main" id="{79DA98A2-4FD2-4AA5-A8BB-5C1B4812672B}"/>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sp>
            <p:nvSpPr>
              <p:cNvPr id="88" name="Ovaal 87">
                <a:extLst>
                  <a:ext uri="{FF2B5EF4-FFF2-40B4-BE49-F238E27FC236}">
                    <a16:creationId xmlns:a16="http://schemas.microsoft.com/office/drawing/2014/main" id="{82D214EA-DECF-45CD-A5FB-C655994169AB}"/>
                  </a:ext>
                </a:extLst>
              </p:cNvPr>
              <p:cNvSpPr/>
              <p:nvPr userDrawn="1"/>
            </p:nvSpPr>
            <p:spPr>
              <a:xfrm>
                <a:off x="-3603587" y="2555608"/>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9" name="Rechthoek 88">
                <a:extLst>
                  <a:ext uri="{FF2B5EF4-FFF2-40B4-BE49-F238E27FC236}">
                    <a16:creationId xmlns:a16="http://schemas.microsoft.com/office/drawing/2014/main" id="{12AE77C2-76A0-4486-BD2A-1952A78501C5}"/>
                  </a:ext>
                </a:extLst>
              </p:cNvPr>
              <p:cNvSpPr/>
              <p:nvPr userDrawn="1"/>
            </p:nvSpPr>
            <p:spPr>
              <a:xfrm>
                <a:off x="-3319415" y="2555610"/>
                <a:ext cx="2944682" cy="47686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Verander de opmaak van de grafiek door onderdelen van de grafiek aan te klikken en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‘Opmaak’ </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te gaan. </a:t>
                </a:r>
              </a:p>
            </p:txBody>
          </p:sp>
          <p:grpSp>
            <p:nvGrpSpPr>
              <p:cNvPr id="90" name="Groep 89">
                <a:extLst>
                  <a:ext uri="{FF2B5EF4-FFF2-40B4-BE49-F238E27FC236}">
                    <a16:creationId xmlns:a16="http://schemas.microsoft.com/office/drawing/2014/main" id="{FE7071E7-427A-4C59-AC6C-3DBDDFDB07AB}"/>
                  </a:ext>
                </a:extLst>
              </p:cNvPr>
              <p:cNvGrpSpPr/>
              <p:nvPr userDrawn="1"/>
            </p:nvGrpSpPr>
            <p:grpSpPr>
              <a:xfrm>
                <a:off x="-3312582" y="3144513"/>
                <a:ext cx="576000" cy="246597"/>
                <a:chOff x="-3312582" y="1060763"/>
                <a:chExt cx="576000" cy="246597"/>
              </a:xfrm>
            </p:grpSpPr>
            <p:sp>
              <p:nvSpPr>
                <p:cNvPr id="91" name="Rechthoek 90">
                  <a:extLst>
                    <a:ext uri="{FF2B5EF4-FFF2-40B4-BE49-F238E27FC236}">
                      <a16:creationId xmlns:a16="http://schemas.microsoft.com/office/drawing/2014/main" id="{D53E4546-CC8C-4AA6-8F6D-90D31B0CE635}"/>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1050" b="1" noProof="0">
                      <a:solidFill>
                        <a:srgbClr val="B74629"/>
                      </a:solidFill>
                      <a:latin typeface="Calibri" panose="020F0502020204030204" pitchFamily="34" charset="0"/>
                      <a:cs typeface="Calibri" panose="020F0502020204030204" pitchFamily="34" charset="0"/>
                    </a:rPr>
                    <a:t>Opmaak</a:t>
                  </a:r>
                </a:p>
              </p:txBody>
            </p:sp>
            <p:sp>
              <p:nvSpPr>
                <p:cNvPr id="92" name="Rechthoek 91">
                  <a:extLst>
                    <a:ext uri="{FF2B5EF4-FFF2-40B4-BE49-F238E27FC236}">
                      <a16:creationId xmlns:a16="http://schemas.microsoft.com/office/drawing/2014/main" id="{09B63EDE-03E1-4356-9A95-6D4A4C3433A9}"/>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401360022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P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6"/>
            <a:ext cx="11160125" cy="869860"/>
          </a:xfrm>
        </p:spPr>
        <p:txBody>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18" name="Tijdelijke aanduiding voor grafiek 17">
            <a:extLst>
              <a:ext uri="{FF2B5EF4-FFF2-40B4-BE49-F238E27FC236}">
                <a16:creationId xmlns:a16="http://schemas.microsoft.com/office/drawing/2014/main" id="{FBAE20DA-BB0F-413F-A532-86A4D0079AB9}"/>
              </a:ext>
            </a:extLst>
          </p:cNvPr>
          <p:cNvSpPr>
            <a:spLocks noGrp="1"/>
          </p:cNvSpPr>
          <p:nvPr>
            <p:ph type="chart" sz="quarter" idx="13" hasCustomPrompt="1"/>
          </p:nvPr>
        </p:nvSpPr>
        <p:spPr>
          <a:xfrm>
            <a:off x="515937" y="1790700"/>
            <a:ext cx="11160125" cy="4555508"/>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8" name="Rechthoek: afgeronde hoeken 7">
            <a:extLst>
              <a:ext uri="{FF2B5EF4-FFF2-40B4-BE49-F238E27FC236}">
                <a16:creationId xmlns:a16="http://schemas.microsoft.com/office/drawing/2014/main" id="{2CB6E363-810F-4273-949C-A7D72C07CE4F}"/>
              </a:ext>
            </a:extLst>
          </p:cNvPr>
          <p:cNvSpPr/>
          <p:nvPr userDrawn="1"/>
        </p:nvSpPr>
        <p:spPr>
          <a:xfrm>
            <a:off x="0" y="-429492"/>
            <a:ext cx="1110882"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err="1">
                <a:solidFill>
                  <a:schemeClr val="accent2"/>
                </a:solidFill>
                <a:latin typeface="+mj-lt"/>
              </a:rPr>
              <a:t>graph</a:t>
            </a:r>
            <a:endParaRPr lang="nl-NL" sz="2400" b="1" cap="all" baseline="0" noProof="0">
              <a:solidFill>
                <a:schemeClr val="accent2"/>
              </a:solidFill>
              <a:latin typeface="+mj-lt"/>
            </a:endParaRPr>
          </a:p>
        </p:txBody>
      </p:sp>
      <p:grpSp>
        <p:nvGrpSpPr>
          <p:cNvPr id="68" name="INSTRUCTIE">
            <a:extLst>
              <a:ext uri="{FF2B5EF4-FFF2-40B4-BE49-F238E27FC236}">
                <a16:creationId xmlns:a16="http://schemas.microsoft.com/office/drawing/2014/main" id="{0234D544-189B-4884-B0CA-40F0E3F386DC}"/>
              </a:ext>
            </a:extLst>
          </p:cNvPr>
          <p:cNvGrpSpPr/>
          <p:nvPr userDrawn="1"/>
        </p:nvGrpSpPr>
        <p:grpSpPr>
          <a:xfrm>
            <a:off x="-3786437" y="1"/>
            <a:ext cx="3693386" cy="6233352"/>
            <a:chOff x="-3786437" y="1"/>
            <a:chExt cx="3693386" cy="6233352"/>
          </a:xfrm>
        </p:grpSpPr>
        <p:grpSp>
          <p:nvGrpSpPr>
            <p:cNvPr id="69" name="Groep 68">
              <a:extLst>
                <a:ext uri="{FF2B5EF4-FFF2-40B4-BE49-F238E27FC236}">
                  <a16:creationId xmlns:a16="http://schemas.microsoft.com/office/drawing/2014/main" id="{D96ACFEE-3E74-4A0F-82A4-B52866030924}"/>
                </a:ext>
              </a:extLst>
            </p:cNvPr>
            <p:cNvGrpSpPr/>
            <p:nvPr userDrawn="1"/>
          </p:nvGrpSpPr>
          <p:grpSpPr>
            <a:xfrm>
              <a:off x="-3786437" y="3752148"/>
              <a:ext cx="3693386" cy="2481205"/>
              <a:chOff x="-3786437" y="3752148"/>
              <a:chExt cx="3693386" cy="2481205"/>
            </a:xfrm>
          </p:grpSpPr>
          <p:sp>
            <p:nvSpPr>
              <p:cNvPr id="89" name="Rechthoek 88">
                <a:extLst>
                  <a:ext uri="{FF2B5EF4-FFF2-40B4-BE49-F238E27FC236}">
                    <a16:creationId xmlns:a16="http://schemas.microsoft.com/office/drawing/2014/main" id="{29D481FF-C6B3-4DF2-8278-99775BC8EE43}"/>
                  </a:ext>
                </a:extLst>
              </p:cNvPr>
              <p:cNvSpPr/>
              <p:nvPr userDrawn="1"/>
            </p:nvSpPr>
            <p:spPr>
              <a:xfrm>
                <a:off x="-3786165" y="3752148"/>
                <a:ext cx="3593091" cy="17526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Grafiek data bewerken</a:t>
                </a:r>
              </a:p>
            </p:txBody>
          </p:sp>
          <p:sp>
            <p:nvSpPr>
              <p:cNvPr id="90" name="Ovaal 89">
                <a:extLst>
                  <a:ext uri="{FF2B5EF4-FFF2-40B4-BE49-F238E27FC236}">
                    <a16:creationId xmlns:a16="http://schemas.microsoft.com/office/drawing/2014/main" id="{7A2B02A4-9118-46B7-98CF-F6B40C97DC16}"/>
                  </a:ext>
                </a:extLst>
              </p:cNvPr>
              <p:cNvSpPr/>
              <p:nvPr userDrawn="1"/>
            </p:nvSpPr>
            <p:spPr>
              <a:xfrm>
                <a:off x="-3603587" y="421674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1" name="Rechthoek 90">
                <a:extLst>
                  <a:ext uri="{FF2B5EF4-FFF2-40B4-BE49-F238E27FC236}">
                    <a16:creationId xmlns:a16="http://schemas.microsoft.com/office/drawing/2014/main" id="{7FFD4365-4A25-4D91-BF77-3F3E629D2D68}"/>
                  </a:ext>
                </a:extLst>
              </p:cNvPr>
              <p:cNvSpPr/>
              <p:nvPr userDrawn="1"/>
            </p:nvSpPr>
            <p:spPr>
              <a:xfrm>
                <a:off x="-3319415" y="4216747"/>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Klik met de rechter muisknop op de grafiek</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kies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‘Gegevens bewerken’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2" name="Groep 91">
                <a:extLst>
                  <a:ext uri="{FF2B5EF4-FFF2-40B4-BE49-F238E27FC236}">
                    <a16:creationId xmlns:a16="http://schemas.microsoft.com/office/drawing/2014/main" id="{D5015839-E1CC-4164-86FC-C92BE2CDC8F5}"/>
                  </a:ext>
                </a:extLst>
              </p:cNvPr>
              <p:cNvGrpSpPr/>
              <p:nvPr userDrawn="1"/>
            </p:nvGrpSpPr>
            <p:grpSpPr>
              <a:xfrm>
                <a:off x="-3314821" y="4656539"/>
                <a:ext cx="1495189" cy="563933"/>
                <a:chOff x="-3314821" y="3310415"/>
                <a:chExt cx="1495189" cy="563933"/>
              </a:xfrm>
            </p:grpSpPr>
            <p:sp>
              <p:nvSpPr>
                <p:cNvPr id="97" name="Rechthoek 96">
                  <a:extLst>
                    <a:ext uri="{FF2B5EF4-FFF2-40B4-BE49-F238E27FC236}">
                      <a16:creationId xmlns:a16="http://schemas.microsoft.com/office/drawing/2014/main" id="{AFD3EA65-8425-4335-8DC2-A42ADE0A32EF}"/>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98" name="Rechthoek 97">
                  <a:extLst>
                    <a:ext uri="{FF2B5EF4-FFF2-40B4-BE49-F238E27FC236}">
                      <a16:creationId xmlns:a16="http://schemas.microsoft.com/office/drawing/2014/main" id="{DC6A3DD1-0591-4BF7-99BD-AE7827F003A4}"/>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99" name="Tekstvak 98">
                  <a:extLst>
                    <a:ext uri="{FF2B5EF4-FFF2-40B4-BE49-F238E27FC236}">
                      <a16:creationId xmlns:a16="http://schemas.microsoft.com/office/drawing/2014/main" id="{0D549732-956C-47F6-84B9-C6EA0398CF2F}"/>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Grafiektype wijzigen</a:t>
                  </a:r>
                </a:p>
              </p:txBody>
            </p:sp>
            <p:sp>
              <p:nvSpPr>
                <p:cNvPr id="100" name="Tekstvak 99">
                  <a:extLst>
                    <a:ext uri="{FF2B5EF4-FFF2-40B4-BE49-F238E27FC236}">
                      <a16:creationId xmlns:a16="http://schemas.microsoft.com/office/drawing/2014/main" id="{FFD6CACD-C828-4186-9ADB-D4193519863C}"/>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Gegevens bewerken</a:t>
                  </a:r>
                </a:p>
              </p:txBody>
            </p:sp>
            <p:sp>
              <p:nvSpPr>
                <p:cNvPr id="101" name="Vrije vorm: vorm 100">
                  <a:extLst>
                    <a:ext uri="{FF2B5EF4-FFF2-40B4-BE49-F238E27FC236}">
                      <a16:creationId xmlns:a16="http://schemas.microsoft.com/office/drawing/2014/main" id="{AEF53839-8447-41F6-B8D7-C1FC9E030BF0}"/>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grpSp>
              <p:nvGrpSpPr>
                <p:cNvPr id="102" name="Groep 101">
                  <a:extLst>
                    <a:ext uri="{FF2B5EF4-FFF2-40B4-BE49-F238E27FC236}">
                      <a16:creationId xmlns:a16="http://schemas.microsoft.com/office/drawing/2014/main" id="{CE73A4C5-81B4-4E72-8838-3081A4387E53}"/>
                    </a:ext>
                  </a:extLst>
                </p:cNvPr>
                <p:cNvGrpSpPr/>
                <p:nvPr userDrawn="1"/>
              </p:nvGrpSpPr>
              <p:grpSpPr>
                <a:xfrm>
                  <a:off x="-3261976" y="3361742"/>
                  <a:ext cx="139861" cy="152244"/>
                  <a:chOff x="12574450" y="6053892"/>
                  <a:chExt cx="169232" cy="184215"/>
                </a:xfrm>
              </p:grpSpPr>
              <p:sp>
                <p:nvSpPr>
                  <p:cNvPr id="122" name="Rechthoek 121">
                    <a:extLst>
                      <a:ext uri="{FF2B5EF4-FFF2-40B4-BE49-F238E27FC236}">
                        <a16:creationId xmlns:a16="http://schemas.microsoft.com/office/drawing/2014/main" id="{382A52DE-14E8-49D7-930D-794751AF6758}"/>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rgbClr val="211F26"/>
                      </a:solidFill>
                      <a:latin typeface="Calibri" panose="020F0502020204030204" pitchFamily="34" charset="0"/>
                      <a:cs typeface="Calibri" panose="020F0502020204030204" pitchFamily="34" charset="0"/>
                    </a:endParaRPr>
                  </a:p>
                </p:txBody>
              </p:sp>
              <p:sp>
                <p:nvSpPr>
                  <p:cNvPr id="123" name="Rechthoek 122">
                    <a:extLst>
                      <a:ext uri="{FF2B5EF4-FFF2-40B4-BE49-F238E27FC236}">
                        <a16:creationId xmlns:a16="http://schemas.microsoft.com/office/drawing/2014/main" id="{6DB90010-F51C-427D-B3AF-C56E2004D51E}"/>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rgbClr val="211F26"/>
                      </a:solidFill>
                      <a:latin typeface="Calibri" panose="020F0502020204030204" pitchFamily="34" charset="0"/>
                      <a:cs typeface="Calibri" panose="020F0502020204030204" pitchFamily="34" charset="0"/>
                    </a:endParaRPr>
                  </a:p>
                </p:txBody>
              </p:sp>
              <p:sp>
                <p:nvSpPr>
                  <p:cNvPr id="124" name="Rechthoek 123">
                    <a:extLst>
                      <a:ext uri="{FF2B5EF4-FFF2-40B4-BE49-F238E27FC236}">
                        <a16:creationId xmlns:a16="http://schemas.microsoft.com/office/drawing/2014/main" id="{305DC0F8-0517-4D4A-A5E7-599CB2B1E7E0}"/>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103" name="Groep 102">
                  <a:extLst>
                    <a:ext uri="{FF2B5EF4-FFF2-40B4-BE49-F238E27FC236}">
                      <a16:creationId xmlns:a16="http://schemas.microsoft.com/office/drawing/2014/main" id="{B8223D4F-714B-4BD1-9023-64A7283D70AC}"/>
                    </a:ext>
                  </a:extLst>
                </p:cNvPr>
                <p:cNvGrpSpPr/>
                <p:nvPr userDrawn="1"/>
              </p:nvGrpSpPr>
              <p:grpSpPr>
                <a:xfrm>
                  <a:off x="-3261070" y="3635199"/>
                  <a:ext cx="168905" cy="104490"/>
                  <a:chOff x="-3261070" y="3620931"/>
                  <a:chExt cx="193920" cy="119965"/>
                </a:xfrm>
              </p:grpSpPr>
              <p:sp>
                <p:nvSpPr>
                  <p:cNvPr id="104" name="Rechthoek 103">
                    <a:extLst>
                      <a:ext uri="{FF2B5EF4-FFF2-40B4-BE49-F238E27FC236}">
                        <a16:creationId xmlns:a16="http://schemas.microsoft.com/office/drawing/2014/main" id="{ADB20AC8-15D5-4563-A96D-F6218016299A}"/>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nvGrpSpPr>
                  <p:cNvPr id="105" name="Groep 104">
                    <a:extLst>
                      <a:ext uri="{FF2B5EF4-FFF2-40B4-BE49-F238E27FC236}">
                        <a16:creationId xmlns:a16="http://schemas.microsoft.com/office/drawing/2014/main" id="{ADDFE956-46C8-433D-BC53-8AA8C7B6B8EB}"/>
                      </a:ext>
                    </a:extLst>
                  </p:cNvPr>
                  <p:cNvGrpSpPr/>
                  <p:nvPr userDrawn="1"/>
                </p:nvGrpSpPr>
                <p:grpSpPr>
                  <a:xfrm>
                    <a:off x="-3261070" y="3622063"/>
                    <a:ext cx="141113" cy="117345"/>
                    <a:chOff x="1094874" y="-878306"/>
                    <a:chExt cx="867364" cy="613611"/>
                  </a:xfrm>
                </p:grpSpPr>
                <p:cxnSp>
                  <p:nvCxnSpPr>
                    <p:cNvPr id="115" name="Rechte verbindingslijn 114">
                      <a:extLst>
                        <a:ext uri="{FF2B5EF4-FFF2-40B4-BE49-F238E27FC236}">
                          <a16:creationId xmlns:a16="http://schemas.microsoft.com/office/drawing/2014/main" id="{09881C58-FEC2-4A91-8D06-DA6DD43E948B}"/>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6" name="Rechte verbindingslijn 115">
                      <a:extLst>
                        <a:ext uri="{FF2B5EF4-FFF2-40B4-BE49-F238E27FC236}">
                          <a16:creationId xmlns:a16="http://schemas.microsoft.com/office/drawing/2014/main" id="{52B1EEBB-446B-4433-9200-30594591404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17" name="Groep 116">
                      <a:extLst>
                        <a:ext uri="{FF2B5EF4-FFF2-40B4-BE49-F238E27FC236}">
                          <a16:creationId xmlns:a16="http://schemas.microsoft.com/office/drawing/2014/main" id="{EF1EC329-3439-4427-9A4E-D1BD4FBA1F80}"/>
                        </a:ext>
                      </a:extLst>
                    </p:cNvPr>
                    <p:cNvGrpSpPr/>
                    <p:nvPr userDrawn="1"/>
                  </p:nvGrpSpPr>
                  <p:grpSpPr>
                    <a:xfrm>
                      <a:off x="1270535" y="-878306"/>
                      <a:ext cx="526983" cy="613611"/>
                      <a:chOff x="1270535" y="-745959"/>
                      <a:chExt cx="526983" cy="481264"/>
                    </a:xfrm>
                  </p:grpSpPr>
                  <p:cxnSp>
                    <p:nvCxnSpPr>
                      <p:cNvPr id="118" name="Rechte verbindingslijn 117">
                        <a:extLst>
                          <a:ext uri="{FF2B5EF4-FFF2-40B4-BE49-F238E27FC236}">
                            <a16:creationId xmlns:a16="http://schemas.microsoft.com/office/drawing/2014/main" id="{B973B926-228C-4B90-9333-5CDF6BC7A6E5}"/>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9" name="Rechte verbindingslijn 118">
                        <a:extLst>
                          <a:ext uri="{FF2B5EF4-FFF2-40B4-BE49-F238E27FC236}">
                            <a16:creationId xmlns:a16="http://schemas.microsoft.com/office/drawing/2014/main" id="{BC0A888F-576B-47FE-B03C-07D1760FD7AD}"/>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0" name="Rechte verbindingslijn 119">
                        <a:extLst>
                          <a:ext uri="{FF2B5EF4-FFF2-40B4-BE49-F238E27FC236}">
                            <a16:creationId xmlns:a16="http://schemas.microsoft.com/office/drawing/2014/main" id="{3C1668A8-110B-4B9B-8C31-970629666D1D}"/>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1" name="Rechte verbindingslijn 120">
                        <a:extLst>
                          <a:ext uri="{FF2B5EF4-FFF2-40B4-BE49-F238E27FC236}">
                            <a16:creationId xmlns:a16="http://schemas.microsoft.com/office/drawing/2014/main" id="{8DDE7D0A-45E0-4330-A5A3-BEB6739BF225}"/>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06" name="Rechte verbindingslijn 105">
                    <a:extLst>
                      <a:ext uri="{FF2B5EF4-FFF2-40B4-BE49-F238E27FC236}">
                        <a16:creationId xmlns:a16="http://schemas.microsoft.com/office/drawing/2014/main" id="{105F4FD1-B876-4033-B580-4944887A1FD2}"/>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7" name="Rechte verbindingslijn 106">
                    <a:extLst>
                      <a:ext uri="{FF2B5EF4-FFF2-40B4-BE49-F238E27FC236}">
                        <a16:creationId xmlns:a16="http://schemas.microsoft.com/office/drawing/2014/main" id="{E095657C-1391-4627-8E4E-B48AD03C28C6}"/>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8" name="Rechte verbindingslijn 107">
                    <a:extLst>
                      <a:ext uri="{FF2B5EF4-FFF2-40B4-BE49-F238E27FC236}">
                        <a16:creationId xmlns:a16="http://schemas.microsoft.com/office/drawing/2014/main" id="{B93379A4-947F-413B-BB47-5B2916F4F669}"/>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9" name="Rechte verbindingslijn 108">
                    <a:extLst>
                      <a:ext uri="{FF2B5EF4-FFF2-40B4-BE49-F238E27FC236}">
                        <a16:creationId xmlns:a16="http://schemas.microsoft.com/office/drawing/2014/main" id="{1259E15A-516F-4B29-9590-700FE08F5F1B}"/>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110" name="Rechthoek 109">
                    <a:extLst>
                      <a:ext uri="{FF2B5EF4-FFF2-40B4-BE49-F238E27FC236}">
                        <a16:creationId xmlns:a16="http://schemas.microsoft.com/office/drawing/2014/main" id="{D157E865-7321-4984-88D9-6E9BD6A060CA}"/>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nvGrpSpPr>
                  <p:cNvPr id="111" name="Groep 110">
                    <a:extLst>
                      <a:ext uri="{FF2B5EF4-FFF2-40B4-BE49-F238E27FC236}">
                        <a16:creationId xmlns:a16="http://schemas.microsoft.com/office/drawing/2014/main" id="{68A5EDEF-A3B7-4D6B-9CDA-EE36AFA6A323}"/>
                      </a:ext>
                    </a:extLst>
                  </p:cNvPr>
                  <p:cNvGrpSpPr/>
                  <p:nvPr userDrawn="1"/>
                </p:nvGrpSpPr>
                <p:grpSpPr>
                  <a:xfrm rot="2700000">
                    <a:off x="-3158000" y="3650045"/>
                    <a:ext cx="34350" cy="147351"/>
                    <a:chOff x="3148392" y="-836646"/>
                    <a:chExt cx="132124" cy="596095"/>
                  </a:xfrm>
                  <a:solidFill>
                    <a:srgbClr val="3399FF"/>
                  </a:solidFill>
                </p:grpSpPr>
                <p:sp>
                  <p:nvSpPr>
                    <p:cNvPr id="112" name="Rechthoek 111">
                      <a:extLst>
                        <a:ext uri="{FF2B5EF4-FFF2-40B4-BE49-F238E27FC236}">
                          <a16:creationId xmlns:a16="http://schemas.microsoft.com/office/drawing/2014/main" id="{4DAD7C11-1E3E-4AFE-9E90-0CD097C086F7}"/>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13" name="Rechthoek: afgeronde bovenhoeken 112">
                      <a:extLst>
                        <a:ext uri="{FF2B5EF4-FFF2-40B4-BE49-F238E27FC236}">
                          <a16:creationId xmlns:a16="http://schemas.microsoft.com/office/drawing/2014/main" id="{C7C274C2-FFB4-4EA4-851E-9669C8260807}"/>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14" name="Gelijkbenige driehoek 113">
                      <a:extLst>
                        <a:ext uri="{FF2B5EF4-FFF2-40B4-BE49-F238E27FC236}">
                          <a16:creationId xmlns:a16="http://schemas.microsoft.com/office/drawing/2014/main" id="{B5E1C0EE-8722-495B-8280-98B5879C4687}"/>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grpSp>
          </p:grpSp>
          <p:sp>
            <p:nvSpPr>
              <p:cNvPr id="93" name="Rechthoek 92">
                <a:extLst>
                  <a:ext uri="{FF2B5EF4-FFF2-40B4-BE49-F238E27FC236}">
                    <a16:creationId xmlns:a16="http://schemas.microsoft.com/office/drawing/2014/main" id="{05906D92-23F9-49FA-8E9F-FA5AD7BACC20}"/>
                  </a:ext>
                </a:extLst>
              </p:cNvPr>
              <p:cNvSpPr/>
              <p:nvPr userDrawn="1"/>
            </p:nvSpPr>
            <p:spPr>
              <a:xfrm>
                <a:off x="-3786437" y="540535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94" name="ICOON_info">
                <a:extLst>
                  <a:ext uri="{FF2B5EF4-FFF2-40B4-BE49-F238E27FC236}">
                    <a16:creationId xmlns:a16="http://schemas.microsoft.com/office/drawing/2014/main" id="{30463973-5819-4263-9B7B-E02A10754D05}"/>
                  </a:ext>
                </a:extLst>
              </p:cNvPr>
              <p:cNvGrpSpPr/>
              <p:nvPr userDrawn="1"/>
            </p:nvGrpSpPr>
            <p:grpSpPr>
              <a:xfrm>
                <a:off x="-376736" y="5269335"/>
                <a:ext cx="283685" cy="283685"/>
                <a:chOff x="-510741" y="5913713"/>
                <a:chExt cx="267555" cy="267555"/>
              </a:xfrm>
            </p:grpSpPr>
            <p:sp>
              <p:nvSpPr>
                <p:cNvPr id="95" name="Ovaal 94">
                  <a:extLst>
                    <a:ext uri="{FF2B5EF4-FFF2-40B4-BE49-F238E27FC236}">
                      <a16:creationId xmlns:a16="http://schemas.microsoft.com/office/drawing/2014/main" id="{E10DD3EB-E689-495E-B9D8-E3D94DA83DD7}"/>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96" name="Graphic 163" descr="Informatie">
                  <a:extLst>
                    <a:ext uri="{FF2B5EF4-FFF2-40B4-BE49-F238E27FC236}">
                      <a16:creationId xmlns:a16="http://schemas.microsoft.com/office/drawing/2014/main" id="{7EE336EE-0157-406C-BB4F-B9632A80B9BD}"/>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a:solidFill>
                      <a:srgbClr val="211F26"/>
                    </a:solidFill>
                    <a:latin typeface="Calibri" panose="020F0502020204030204" pitchFamily="34" charset="0"/>
                    <a:cs typeface="Calibri" panose="020F0502020204030204" pitchFamily="34" charset="0"/>
                  </a:endParaRPr>
                </a:p>
              </p:txBody>
            </p:sp>
          </p:grpSp>
        </p:grpSp>
        <p:grpSp>
          <p:nvGrpSpPr>
            <p:cNvPr id="70" name="INSTRUCTIE">
              <a:extLst>
                <a:ext uri="{FF2B5EF4-FFF2-40B4-BE49-F238E27FC236}">
                  <a16:creationId xmlns:a16="http://schemas.microsoft.com/office/drawing/2014/main" id="{3FE8834D-8107-496B-852C-A737EF4C6092}"/>
                </a:ext>
              </a:extLst>
            </p:cNvPr>
            <p:cNvGrpSpPr/>
            <p:nvPr userDrawn="1"/>
          </p:nvGrpSpPr>
          <p:grpSpPr>
            <a:xfrm>
              <a:off x="-3786165" y="1"/>
              <a:ext cx="3593091" cy="3570215"/>
              <a:chOff x="-3786165" y="1"/>
              <a:chExt cx="3593091" cy="3570215"/>
            </a:xfrm>
          </p:grpSpPr>
          <p:sp>
            <p:nvSpPr>
              <p:cNvPr id="71" name="Rechthoek 70">
                <a:extLst>
                  <a:ext uri="{FF2B5EF4-FFF2-40B4-BE49-F238E27FC236}">
                    <a16:creationId xmlns:a16="http://schemas.microsoft.com/office/drawing/2014/main" id="{DA78FC21-5B7D-47C6-82CF-2FC0AEDFEA55}"/>
                  </a:ext>
                </a:extLst>
              </p:cNvPr>
              <p:cNvSpPr/>
              <p:nvPr userDrawn="1"/>
            </p:nvSpPr>
            <p:spPr>
              <a:xfrm>
                <a:off x="-3786165" y="1"/>
                <a:ext cx="3593091" cy="3570215"/>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Grafiek invoegen/opmaken</a:t>
                </a:r>
              </a:p>
            </p:txBody>
          </p:sp>
          <p:sp>
            <p:nvSpPr>
              <p:cNvPr id="72" name="Ovaal 71">
                <a:extLst>
                  <a:ext uri="{FF2B5EF4-FFF2-40B4-BE49-F238E27FC236}">
                    <a16:creationId xmlns:a16="http://schemas.microsoft.com/office/drawing/2014/main" id="{4BDA4D97-6502-4A2A-9731-DA42254E227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73" name="Rechthoek 72">
                <a:extLst>
                  <a:ext uri="{FF2B5EF4-FFF2-40B4-BE49-F238E27FC236}">
                    <a16:creationId xmlns:a16="http://schemas.microsoft.com/office/drawing/2014/main" id="{E307DB95-8810-44B5-912E-D0F031E4BDB4}"/>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grafiek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grafiek in te voegen</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sp>
            <p:nvSpPr>
              <p:cNvPr id="74" name="Ovaal 73">
                <a:extLst>
                  <a:ext uri="{FF2B5EF4-FFF2-40B4-BE49-F238E27FC236}">
                    <a16:creationId xmlns:a16="http://schemas.microsoft.com/office/drawing/2014/main" id="{851693E7-38E2-48C7-8A6B-E71BAF04D111}"/>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75" name="Rechthoek 74">
                <a:extLst>
                  <a:ext uri="{FF2B5EF4-FFF2-40B4-BE49-F238E27FC236}">
                    <a16:creationId xmlns:a16="http://schemas.microsoft.com/office/drawing/2014/main" id="{0D5FDFF2-509D-4FDF-98DB-DD858AD4FAA5}"/>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grafiek</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76" name="Groep 75">
                <a:extLst>
                  <a:ext uri="{FF2B5EF4-FFF2-40B4-BE49-F238E27FC236}">
                    <a16:creationId xmlns:a16="http://schemas.microsoft.com/office/drawing/2014/main" id="{BEBACDE7-7EF5-4D2B-B51F-A1622AEA51D1}"/>
                  </a:ext>
                </a:extLst>
              </p:cNvPr>
              <p:cNvGrpSpPr/>
              <p:nvPr userDrawn="1"/>
            </p:nvGrpSpPr>
            <p:grpSpPr>
              <a:xfrm>
                <a:off x="-3311319" y="2164285"/>
                <a:ext cx="825500" cy="209550"/>
                <a:chOff x="13504624" y="2482850"/>
                <a:chExt cx="825500" cy="209550"/>
              </a:xfrm>
            </p:grpSpPr>
            <p:sp>
              <p:nvSpPr>
                <p:cNvPr id="86" name="Rechthoek 85">
                  <a:extLst>
                    <a:ext uri="{FF2B5EF4-FFF2-40B4-BE49-F238E27FC236}">
                      <a16:creationId xmlns:a16="http://schemas.microsoft.com/office/drawing/2014/main" id="{3E27B5F6-8F9D-472B-AE71-64F7EFE349B8}"/>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87" name="Rechte verbindingslijn 86">
                  <a:extLst>
                    <a:ext uri="{FF2B5EF4-FFF2-40B4-BE49-F238E27FC236}">
                      <a16:creationId xmlns:a16="http://schemas.microsoft.com/office/drawing/2014/main" id="{C04E2F86-C30C-45F7-BA9F-9F13EEA743A6}"/>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88" name="Gelijkbenige driehoek 87">
                  <a:extLst>
                    <a:ext uri="{FF2B5EF4-FFF2-40B4-BE49-F238E27FC236}">
                      <a16:creationId xmlns:a16="http://schemas.microsoft.com/office/drawing/2014/main" id="{AECCAE51-71CD-4A8B-9E1F-2F1720AC2AB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grpSp>
            <p:nvGrpSpPr>
              <p:cNvPr id="77" name="Groep 76">
                <a:extLst>
                  <a:ext uri="{FF2B5EF4-FFF2-40B4-BE49-F238E27FC236}">
                    <a16:creationId xmlns:a16="http://schemas.microsoft.com/office/drawing/2014/main" id="{F7E8558E-7ADF-4F3C-B421-D49622567934}"/>
                  </a:ext>
                </a:extLst>
              </p:cNvPr>
              <p:cNvGrpSpPr/>
              <p:nvPr userDrawn="1"/>
            </p:nvGrpSpPr>
            <p:grpSpPr>
              <a:xfrm>
                <a:off x="-3316599" y="1232480"/>
                <a:ext cx="289372" cy="314992"/>
                <a:chOff x="7322769" y="-310267"/>
                <a:chExt cx="289372" cy="314992"/>
              </a:xfrm>
            </p:grpSpPr>
            <p:sp>
              <p:nvSpPr>
                <p:cNvPr id="83" name="Rechthoek 82">
                  <a:extLst>
                    <a:ext uri="{FF2B5EF4-FFF2-40B4-BE49-F238E27FC236}">
                      <a16:creationId xmlns:a16="http://schemas.microsoft.com/office/drawing/2014/main" id="{B5FD9310-0535-40A2-8F22-23047F9A700F}"/>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84" name="Rechthoek 83">
                  <a:extLst>
                    <a:ext uri="{FF2B5EF4-FFF2-40B4-BE49-F238E27FC236}">
                      <a16:creationId xmlns:a16="http://schemas.microsoft.com/office/drawing/2014/main" id="{2070FF47-F887-47F6-8D28-35292E419008}"/>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85" name="Rechthoek 84">
                  <a:extLst>
                    <a:ext uri="{FF2B5EF4-FFF2-40B4-BE49-F238E27FC236}">
                      <a16:creationId xmlns:a16="http://schemas.microsoft.com/office/drawing/2014/main" id="{34F269C9-E577-4823-A9F8-59BB3C1690D4}"/>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sp>
            <p:nvSpPr>
              <p:cNvPr id="78" name="Ovaal 77">
                <a:extLst>
                  <a:ext uri="{FF2B5EF4-FFF2-40B4-BE49-F238E27FC236}">
                    <a16:creationId xmlns:a16="http://schemas.microsoft.com/office/drawing/2014/main" id="{6033094D-6277-433C-A382-72A2B528D76F}"/>
                  </a:ext>
                </a:extLst>
              </p:cNvPr>
              <p:cNvSpPr/>
              <p:nvPr userDrawn="1"/>
            </p:nvSpPr>
            <p:spPr>
              <a:xfrm>
                <a:off x="-3603587" y="2555608"/>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79" name="Rechthoek 78">
                <a:extLst>
                  <a:ext uri="{FF2B5EF4-FFF2-40B4-BE49-F238E27FC236}">
                    <a16:creationId xmlns:a16="http://schemas.microsoft.com/office/drawing/2014/main" id="{5575D980-2F59-49C5-8FA8-B01EC9DAB3CF}"/>
                  </a:ext>
                </a:extLst>
              </p:cNvPr>
              <p:cNvSpPr/>
              <p:nvPr userDrawn="1"/>
            </p:nvSpPr>
            <p:spPr>
              <a:xfrm>
                <a:off x="-3319415" y="2555610"/>
                <a:ext cx="2944682" cy="47686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Verander de opmaak van de grafiek door onderdelen van de grafiek aan te klikken en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‘Opmaak’ </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te gaan. </a:t>
                </a:r>
              </a:p>
            </p:txBody>
          </p:sp>
          <p:grpSp>
            <p:nvGrpSpPr>
              <p:cNvPr id="80" name="Groep 79">
                <a:extLst>
                  <a:ext uri="{FF2B5EF4-FFF2-40B4-BE49-F238E27FC236}">
                    <a16:creationId xmlns:a16="http://schemas.microsoft.com/office/drawing/2014/main" id="{F5C2B810-68D2-4331-8191-524382DDCB44}"/>
                  </a:ext>
                </a:extLst>
              </p:cNvPr>
              <p:cNvGrpSpPr/>
              <p:nvPr userDrawn="1"/>
            </p:nvGrpSpPr>
            <p:grpSpPr>
              <a:xfrm>
                <a:off x="-3312582" y="3144513"/>
                <a:ext cx="576000" cy="246597"/>
                <a:chOff x="-3312582" y="1060763"/>
                <a:chExt cx="576000" cy="246597"/>
              </a:xfrm>
            </p:grpSpPr>
            <p:sp>
              <p:nvSpPr>
                <p:cNvPr id="81" name="Rechthoek 80">
                  <a:extLst>
                    <a:ext uri="{FF2B5EF4-FFF2-40B4-BE49-F238E27FC236}">
                      <a16:creationId xmlns:a16="http://schemas.microsoft.com/office/drawing/2014/main" id="{366A6260-10ED-4DC1-971F-7EA78E245B35}"/>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1050" b="1" noProof="0">
                      <a:solidFill>
                        <a:srgbClr val="B74629"/>
                      </a:solidFill>
                      <a:latin typeface="Calibri" panose="020F0502020204030204" pitchFamily="34" charset="0"/>
                      <a:cs typeface="Calibri" panose="020F0502020204030204" pitchFamily="34" charset="0"/>
                    </a:rPr>
                    <a:t>Opmaak</a:t>
                  </a:r>
                </a:p>
              </p:txBody>
            </p:sp>
            <p:sp>
              <p:nvSpPr>
                <p:cNvPr id="82" name="Rechthoek 81">
                  <a:extLst>
                    <a:ext uri="{FF2B5EF4-FFF2-40B4-BE49-F238E27FC236}">
                      <a16:creationId xmlns:a16="http://schemas.microsoft.com/office/drawing/2014/main" id="{4593C876-BF69-4D13-BF86-B6F4836C7570}"/>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129918799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 TAB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8" y="714375"/>
            <a:ext cx="11160124" cy="877887"/>
          </a:xfrm>
        </p:spPr>
        <p:txBody>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515938" y="1765300"/>
            <a:ext cx="5364162" cy="4575175"/>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Reading </a:t>
            </a:r>
            <a:r>
              <a:rPr lang="nl-NL" noProof="0" dirty="0" err="1"/>
              <a:t>text</a:t>
            </a:r>
            <a:endParaRPr lang="nl-NL" noProof="0" dirty="0"/>
          </a:p>
          <a:p>
            <a:pPr lvl="4"/>
            <a:r>
              <a:rPr lang="nl-NL" noProof="0" dirty="0" err="1"/>
              <a:t>Heading</a:t>
            </a:r>
            <a:r>
              <a:rPr lang="nl-NL" noProof="0" dirty="0"/>
              <a:t> #1</a:t>
            </a:r>
          </a:p>
          <a:p>
            <a:pPr lvl="5"/>
            <a:r>
              <a:rPr lang="nl-NL" noProof="0" dirty="0"/>
              <a:t>HEADING #2</a:t>
            </a:r>
          </a:p>
          <a:p>
            <a:pPr lvl="6"/>
            <a:r>
              <a:rPr lang="nl-NL" noProof="0" dirty="0" err="1"/>
              <a:t>Numeric</a:t>
            </a:r>
            <a:r>
              <a:rPr lang="nl-NL" noProof="0" dirty="0"/>
              <a:t> </a:t>
            </a:r>
            <a:r>
              <a:rPr lang="nl-NL" noProof="0" dirty="0" err="1"/>
              <a:t>bullet</a:t>
            </a:r>
            <a:endParaRPr lang="nl-NL" noProof="0" dirty="0"/>
          </a:p>
          <a:p>
            <a:pPr lvl="7"/>
            <a:r>
              <a:rPr lang="nl-NL" noProof="0" dirty="0" err="1"/>
              <a:t>Alphabet</a:t>
            </a:r>
            <a:r>
              <a:rPr lang="nl-NL" noProof="0" dirty="0"/>
              <a:t> </a:t>
            </a:r>
            <a:r>
              <a:rPr lang="nl-NL" noProof="0" dirty="0" err="1"/>
              <a:t>bullet</a:t>
            </a:r>
            <a:endParaRPr lang="nl-NL" noProof="0" dirty="0"/>
          </a:p>
          <a:p>
            <a:pPr lvl="8"/>
            <a:r>
              <a:rPr lang="nl-NL" noProof="0" dirty="0"/>
              <a:t>Sub-</a:t>
            </a:r>
            <a:r>
              <a:rPr lang="nl-NL" noProof="0" dirty="0" err="1"/>
              <a:t>bullet</a:t>
            </a:r>
            <a:endParaRPr lang="nl-NL" noProof="0" dirty="0"/>
          </a:p>
        </p:txBody>
      </p:sp>
      <p:sp>
        <p:nvSpPr>
          <p:cNvPr id="9" name="Rechthoek: afgeronde hoeken 8">
            <a:extLst>
              <a:ext uri="{FF2B5EF4-FFF2-40B4-BE49-F238E27FC236}">
                <a16:creationId xmlns:a16="http://schemas.microsoft.com/office/drawing/2014/main" id="{19073F80-05A1-479C-B75D-C163DC462079}"/>
              </a:ext>
            </a:extLst>
          </p:cNvPr>
          <p:cNvSpPr/>
          <p:nvPr userDrawn="1"/>
        </p:nvSpPr>
        <p:spPr>
          <a:xfrm>
            <a:off x="0" y="-429492"/>
            <a:ext cx="2176558"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err="1">
                <a:solidFill>
                  <a:schemeClr val="accent2"/>
                </a:solidFill>
                <a:latin typeface="+mj-lt"/>
              </a:rPr>
              <a:t>Text</a:t>
            </a:r>
            <a:r>
              <a:rPr lang="nl-NL" sz="2400" b="1" cap="all" baseline="0" noProof="0">
                <a:solidFill>
                  <a:schemeClr val="accent2"/>
                </a:solidFill>
                <a:latin typeface="+mj-lt"/>
              </a:rPr>
              <a:t> + </a:t>
            </a:r>
            <a:r>
              <a:rPr lang="nl-NL" sz="2400" b="1" cap="all" baseline="0" noProof="0" err="1">
                <a:solidFill>
                  <a:schemeClr val="accent2"/>
                </a:solidFill>
                <a:latin typeface="+mj-lt"/>
              </a:rPr>
              <a:t>table</a:t>
            </a:r>
            <a:endParaRPr lang="nl-NL" sz="2400" b="1" cap="all" baseline="0" noProof="0">
              <a:solidFill>
                <a:schemeClr val="accent2"/>
              </a:solidFill>
              <a:latin typeface="+mj-lt"/>
            </a:endParaRPr>
          </a:p>
        </p:txBody>
      </p:sp>
      <p:grpSp>
        <p:nvGrpSpPr>
          <p:cNvPr id="8" name="INSTRUCTIE">
            <a:extLst>
              <a:ext uri="{FF2B5EF4-FFF2-40B4-BE49-F238E27FC236}">
                <a16:creationId xmlns:a16="http://schemas.microsoft.com/office/drawing/2014/main" id="{B43D376E-C5D5-4DFF-9CEF-84B46ACCCD9D}"/>
              </a:ext>
            </a:extLst>
          </p:cNvPr>
          <p:cNvGrpSpPr/>
          <p:nvPr userDrawn="1"/>
        </p:nvGrpSpPr>
        <p:grpSpPr>
          <a:xfrm>
            <a:off x="-3786437" y="0"/>
            <a:ext cx="3693386" cy="5359349"/>
            <a:chOff x="-3786437" y="0"/>
            <a:chExt cx="3693386" cy="5359349"/>
          </a:xfrm>
        </p:grpSpPr>
        <p:sp>
          <p:nvSpPr>
            <p:cNvPr id="12" name="Rechthoek 11">
              <a:extLst>
                <a:ext uri="{FF2B5EF4-FFF2-40B4-BE49-F238E27FC236}">
                  <a16:creationId xmlns:a16="http://schemas.microsoft.com/office/drawing/2014/main" id="{F829F412-7C66-4F48-9023-B7CDC8369AA3}"/>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13" name="Ovaal 12">
              <a:extLst>
                <a:ext uri="{FF2B5EF4-FFF2-40B4-BE49-F238E27FC236}">
                  <a16:creationId xmlns:a16="http://schemas.microsoft.com/office/drawing/2014/main" id="{A423A4CB-E8DF-4A27-A311-AD91B021C27D}"/>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4" name="Rechthoek 13">
              <a:extLst>
                <a:ext uri="{FF2B5EF4-FFF2-40B4-BE49-F238E27FC236}">
                  <a16:creationId xmlns:a16="http://schemas.microsoft.com/office/drawing/2014/main" id="{F578FB96-7F03-4F3B-BABD-E31C6854092D}"/>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15" name="Ovaal 14">
              <a:extLst>
                <a:ext uri="{FF2B5EF4-FFF2-40B4-BE49-F238E27FC236}">
                  <a16:creationId xmlns:a16="http://schemas.microsoft.com/office/drawing/2014/main" id="{DB198E00-2FD4-4241-A14C-29060F381897}"/>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 name="Rechthoek 15">
              <a:extLst>
                <a:ext uri="{FF2B5EF4-FFF2-40B4-BE49-F238E27FC236}">
                  <a16:creationId xmlns:a16="http://schemas.microsoft.com/office/drawing/2014/main" id="{61107FE6-3739-484C-94C4-4FBA11D9184F}"/>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7" name="Rechthoek 16">
              <a:extLst>
                <a:ext uri="{FF2B5EF4-FFF2-40B4-BE49-F238E27FC236}">
                  <a16:creationId xmlns:a16="http://schemas.microsoft.com/office/drawing/2014/main" id="{1B73D8D1-66E0-4745-B6EF-B3DE1D51F8D2}"/>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57161AED-9010-4FAD-B802-3C889EDA08E4}"/>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A35D2C8B-540E-4388-88C3-11EDBFA235B9}"/>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25084F64-E64F-4387-8396-9363D232FB75}"/>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9F42D347-76F2-4DBB-93BE-4CA89FCE82CF}"/>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9FEA283C-E4E6-447F-85B0-28A739421A1A}"/>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4F4A04AB-6A78-48AE-B2EC-F09D20DBA323}"/>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F1EDA69D-76EB-4832-8DB9-FA196524D4A7}"/>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E1449FB0-77D8-47A6-AD35-7C4CC5D0D6B1}"/>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5A613427-1671-4A5A-B081-3AADBDE5E7AB}"/>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0245F05C-D4B0-41FF-9FC0-3A88A9CF7F02}"/>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2B72369B-2C2F-44E2-9146-81A4146F7528}"/>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DE81226B-B1D4-4013-A689-73AC71DCD2EA}"/>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2CD4A749-42E9-41FA-B040-3735772F1D77}"/>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D7F8266A-BD5C-4FE0-BC76-5A9D66D7B395}"/>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B79CF70E-E14D-4CD2-98C1-1D2E3F2C42D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A3FF8B2D-317B-40BC-819F-7FD3F83916D8}"/>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E740DA0E-0872-4B1A-B0A2-78D4BE2685B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2F383874-CFCC-4072-B30B-FD39450B269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E6ACF5FA-6558-448A-B12C-8C5F740A73CD}"/>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073CE12A-0277-4CE5-877D-1A8F9FB42B6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2F82104C-B0E1-4432-A3DF-32E00405FD14}"/>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5C3E6846-97AC-4288-9402-A299B0CA5BF9}"/>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021FE68E-C049-4EFD-9FF2-CF7287EDBC77}"/>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31EE2479-BB61-4020-A81F-363D5FAA0C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B412D370-960D-4A24-90C3-78D9DF74C9E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E7889D86-EB0D-4DE5-8FB1-57260BC0D2F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43C2135B-4106-4546-B8B5-3A23182462F0}"/>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38AB4DD8-9B36-4D28-BD28-A66E8DB52E6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FA7AD5AB-8B5E-4C4D-917D-9D5538121EA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83111966-8111-420D-B700-586F44AFD2C4}"/>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35ACC5CC-32D8-438C-9635-67832B7A022F}"/>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0FE64BC0-ED97-433C-BE5D-2EAC19D239DD}"/>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9C79D252-AEB7-44FD-A62A-5E6544CD805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B4B41E8B-F2AB-4FB9-A6E9-75E6A0380FBE}"/>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C9D554FB-77C7-413B-A1BF-257DCAA3189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D70D225F-53CB-4483-B95A-8C2D373CA13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B76E9906-A8E5-49AC-8E15-5CEC4DC0CC8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6115F480-396C-431D-B83B-62678CAF7F19}"/>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CC32FB9C-B179-4C2D-9AB9-68EBA95B223B}"/>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1F2EE9F3-FFED-4233-A887-13003F48F543}"/>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81C91246-351B-441F-A18F-7102C6B2BE7F}"/>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233508FD-5575-4A2D-892F-124C4BDE1719}"/>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9F2EE565-A257-47A7-96F2-6CB333A3E859}"/>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B35AE1C2-534D-4B3A-B36C-AF92CA537DC1}"/>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F37917C9-A26C-4A56-8961-BD3EEF9B9C7F}"/>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2961A7A8-022D-4578-B354-B3DC362E3F1A}"/>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FDE5ACAF-C6C5-4121-B408-8FFD888D239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3F8D828F-BCD0-4F33-96F8-F9BBFD32096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A27983E0-CD63-4803-BF5E-1E62C3E1748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5CD31F1B-4059-4FC5-A488-5914C8E0122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9233E932-7420-455F-9854-6FF5C1327C6D}"/>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1A265810-C78B-435C-B962-B233D668F66E}"/>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AA3E4A66-6E8E-4128-B73F-70A44E1EFE3E}"/>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F6921646-C714-4BDB-AC6B-385FD8AC002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A4380F94-AE0A-4384-99DE-619C40B580F7}"/>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440BB240-790B-412E-9A37-F43232C6604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057A5DB4-655D-46D8-A2CF-5E03177F019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759EEFF1-F2C4-4C99-9896-73C49DAD005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BF95D14D-0CF5-4EEE-A62B-30D5A797B69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401510F0-1E4B-4302-9E5C-5963A8431FCB}"/>
              </a:ext>
            </a:extLst>
          </p:cNvPr>
          <p:cNvGrpSpPr/>
          <p:nvPr userDrawn="1"/>
        </p:nvGrpSpPr>
        <p:grpSpPr>
          <a:xfrm>
            <a:off x="12377595" y="1"/>
            <a:ext cx="3693386" cy="6233352"/>
            <a:chOff x="-3786437" y="1"/>
            <a:chExt cx="3693386" cy="6233352"/>
          </a:xfrm>
        </p:grpSpPr>
        <p:grpSp>
          <p:nvGrpSpPr>
            <p:cNvPr id="79" name="Groep 78">
              <a:extLst>
                <a:ext uri="{FF2B5EF4-FFF2-40B4-BE49-F238E27FC236}">
                  <a16:creationId xmlns:a16="http://schemas.microsoft.com/office/drawing/2014/main" id="{38DE2E81-5B01-412F-A7C6-37E88B4CE4BA}"/>
                </a:ext>
              </a:extLst>
            </p:cNvPr>
            <p:cNvGrpSpPr/>
            <p:nvPr userDrawn="1"/>
          </p:nvGrpSpPr>
          <p:grpSpPr>
            <a:xfrm>
              <a:off x="-3786437" y="3752148"/>
              <a:ext cx="3693386" cy="2481205"/>
              <a:chOff x="-3786437" y="3752148"/>
              <a:chExt cx="3693386" cy="2481205"/>
            </a:xfrm>
          </p:grpSpPr>
          <p:sp>
            <p:nvSpPr>
              <p:cNvPr id="99" name="Rechthoek 98">
                <a:extLst>
                  <a:ext uri="{FF2B5EF4-FFF2-40B4-BE49-F238E27FC236}">
                    <a16:creationId xmlns:a16="http://schemas.microsoft.com/office/drawing/2014/main" id="{503A3727-9F7B-43AA-8031-9162B1973540}"/>
                  </a:ext>
                </a:extLst>
              </p:cNvPr>
              <p:cNvSpPr/>
              <p:nvPr userDrawn="1"/>
            </p:nvSpPr>
            <p:spPr>
              <a:xfrm>
                <a:off x="-3786165" y="3752148"/>
                <a:ext cx="3593091" cy="17526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Grafiek data bewerken</a:t>
                </a:r>
              </a:p>
            </p:txBody>
          </p:sp>
          <p:sp>
            <p:nvSpPr>
              <p:cNvPr id="100" name="Ovaal 99">
                <a:extLst>
                  <a:ext uri="{FF2B5EF4-FFF2-40B4-BE49-F238E27FC236}">
                    <a16:creationId xmlns:a16="http://schemas.microsoft.com/office/drawing/2014/main" id="{018E6471-2A6F-4CFA-A3CA-AADA8113E270}"/>
                  </a:ext>
                </a:extLst>
              </p:cNvPr>
              <p:cNvSpPr/>
              <p:nvPr userDrawn="1"/>
            </p:nvSpPr>
            <p:spPr>
              <a:xfrm>
                <a:off x="-3603587" y="421674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01" name="Rechthoek 100">
                <a:extLst>
                  <a:ext uri="{FF2B5EF4-FFF2-40B4-BE49-F238E27FC236}">
                    <a16:creationId xmlns:a16="http://schemas.microsoft.com/office/drawing/2014/main" id="{1921A45B-EF76-4353-9CC4-E8A2FE9AF576}"/>
                  </a:ext>
                </a:extLst>
              </p:cNvPr>
              <p:cNvSpPr/>
              <p:nvPr userDrawn="1"/>
            </p:nvSpPr>
            <p:spPr>
              <a:xfrm>
                <a:off x="-3319415" y="4216747"/>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Klik met de rechter muisknop op de grafiek</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kies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‘Gegevens bewerken’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02" name="Groep 101">
                <a:extLst>
                  <a:ext uri="{FF2B5EF4-FFF2-40B4-BE49-F238E27FC236}">
                    <a16:creationId xmlns:a16="http://schemas.microsoft.com/office/drawing/2014/main" id="{3EE98E52-23EF-41DD-B659-2E3CEF3198DB}"/>
                  </a:ext>
                </a:extLst>
              </p:cNvPr>
              <p:cNvGrpSpPr/>
              <p:nvPr userDrawn="1"/>
            </p:nvGrpSpPr>
            <p:grpSpPr>
              <a:xfrm>
                <a:off x="-3314821" y="4656539"/>
                <a:ext cx="1495189" cy="563933"/>
                <a:chOff x="-3314821" y="3310415"/>
                <a:chExt cx="1495189" cy="563933"/>
              </a:xfrm>
            </p:grpSpPr>
            <p:sp>
              <p:nvSpPr>
                <p:cNvPr id="107" name="Rechthoek 106">
                  <a:extLst>
                    <a:ext uri="{FF2B5EF4-FFF2-40B4-BE49-F238E27FC236}">
                      <a16:creationId xmlns:a16="http://schemas.microsoft.com/office/drawing/2014/main" id="{01A4A792-48CE-460B-84B6-A2696A96818C}"/>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08" name="Rechthoek 107">
                  <a:extLst>
                    <a:ext uri="{FF2B5EF4-FFF2-40B4-BE49-F238E27FC236}">
                      <a16:creationId xmlns:a16="http://schemas.microsoft.com/office/drawing/2014/main" id="{DC441F9E-5B16-4620-B879-28569EFAD717}"/>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09" name="Tekstvak 108">
                  <a:extLst>
                    <a:ext uri="{FF2B5EF4-FFF2-40B4-BE49-F238E27FC236}">
                      <a16:creationId xmlns:a16="http://schemas.microsoft.com/office/drawing/2014/main" id="{08EEFDB4-FD8A-4A7A-9835-D3CEAA48177A}"/>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Grafiektype wijzigen</a:t>
                  </a:r>
                </a:p>
              </p:txBody>
            </p:sp>
            <p:sp>
              <p:nvSpPr>
                <p:cNvPr id="110" name="Tekstvak 109">
                  <a:extLst>
                    <a:ext uri="{FF2B5EF4-FFF2-40B4-BE49-F238E27FC236}">
                      <a16:creationId xmlns:a16="http://schemas.microsoft.com/office/drawing/2014/main" id="{F258BCF0-021A-4256-92E3-7F2916B01A33}"/>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Gegevens bewerken</a:t>
                  </a:r>
                </a:p>
              </p:txBody>
            </p:sp>
            <p:sp>
              <p:nvSpPr>
                <p:cNvPr id="111" name="Vrije vorm: vorm 110">
                  <a:extLst>
                    <a:ext uri="{FF2B5EF4-FFF2-40B4-BE49-F238E27FC236}">
                      <a16:creationId xmlns:a16="http://schemas.microsoft.com/office/drawing/2014/main" id="{E13E50E4-0BF0-4740-BFDE-AB7B7FA023E6}"/>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grpSp>
              <p:nvGrpSpPr>
                <p:cNvPr id="112" name="Groep 111">
                  <a:extLst>
                    <a:ext uri="{FF2B5EF4-FFF2-40B4-BE49-F238E27FC236}">
                      <a16:creationId xmlns:a16="http://schemas.microsoft.com/office/drawing/2014/main" id="{3CAEC3A1-F2DC-4E45-9F4D-AFF06B59334B}"/>
                    </a:ext>
                  </a:extLst>
                </p:cNvPr>
                <p:cNvGrpSpPr/>
                <p:nvPr userDrawn="1"/>
              </p:nvGrpSpPr>
              <p:grpSpPr>
                <a:xfrm>
                  <a:off x="-3261976" y="3361742"/>
                  <a:ext cx="139861" cy="152244"/>
                  <a:chOff x="12574450" y="6053892"/>
                  <a:chExt cx="169232" cy="184215"/>
                </a:xfrm>
              </p:grpSpPr>
              <p:sp>
                <p:nvSpPr>
                  <p:cNvPr id="132" name="Rechthoek 131">
                    <a:extLst>
                      <a:ext uri="{FF2B5EF4-FFF2-40B4-BE49-F238E27FC236}">
                        <a16:creationId xmlns:a16="http://schemas.microsoft.com/office/drawing/2014/main" id="{84FA2034-8FE3-4ACF-BB7C-DA080C38DC19}"/>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rgbClr val="211F26"/>
                      </a:solidFill>
                      <a:latin typeface="Calibri" panose="020F0502020204030204" pitchFamily="34" charset="0"/>
                      <a:cs typeface="Calibri" panose="020F0502020204030204" pitchFamily="34" charset="0"/>
                    </a:endParaRPr>
                  </a:p>
                </p:txBody>
              </p:sp>
              <p:sp>
                <p:nvSpPr>
                  <p:cNvPr id="133" name="Rechthoek 132">
                    <a:extLst>
                      <a:ext uri="{FF2B5EF4-FFF2-40B4-BE49-F238E27FC236}">
                        <a16:creationId xmlns:a16="http://schemas.microsoft.com/office/drawing/2014/main" id="{B947723A-2D45-4D03-A17D-0E1C87FE111E}"/>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rgbClr val="211F26"/>
                      </a:solidFill>
                      <a:latin typeface="Calibri" panose="020F0502020204030204" pitchFamily="34" charset="0"/>
                      <a:cs typeface="Calibri" panose="020F0502020204030204" pitchFamily="34" charset="0"/>
                    </a:endParaRPr>
                  </a:p>
                </p:txBody>
              </p:sp>
              <p:sp>
                <p:nvSpPr>
                  <p:cNvPr id="134" name="Rechthoek 133">
                    <a:extLst>
                      <a:ext uri="{FF2B5EF4-FFF2-40B4-BE49-F238E27FC236}">
                        <a16:creationId xmlns:a16="http://schemas.microsoft.com/office/drawing/2014/main" id="{71022863-9467-4369-A05F-B8C36FC241D4}"/>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113" name="Groep 112">
                  <a:extLst>
                    <a:ext uri="{FF2B5EF4-FFF2-40B4-BE49-F238E27FC236}">
                      <a16:creationId xmlns:a16="http://schemas.microsoft.com/office/drawing/2014/main" id="{BEA58F95-5802-4DFB-A98C-A2855D49172D}"/>
                    </a:ext>
                  </a:extLst>
                </p:cNvPr>
                <p:cNvGrpSpPr/>
                <p:nvPr userDrawn="1"/>
              </p:nvGrpSpPr>
              <p:grpSpPr>
                <a:xfrm>
                  <a:off x="-3261070" y="3635199"/>
                  <a:ext cx="168905" cy="104490"/>
                  <a:chOff x="-3261070" y="3620931"/>
                  <a:chExt cx="193920" cy="119965"/>
                </a:xfrm>
              </p:grpSpPr>
              <p:sp>
                <p:nvSpPr>
                  <p:cNvPr id="114" name="Rechthoek 113">
                    <a:extLst>
                      <a:ext uri="{FF2B5EF4-FFF2-40B4-BE49-F238E27FC236}">
                        <a16:creationId xmlns:a16="http://schemas.microsoft.com/office/drawing/2014/main" id="{D354CCE8-7FE2-450E-A860-A65D7E0ECBA2}"/>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nvGrpSpPr>
                  <p:cNvPr id="115" name="Groep 114">
                    <a:extLst>
                      <a:ext uri="{FF2B5EF4-FFF2-40B4-BE49-F238E27FC236}">
                        <a16:creationId xmlns:a16="http://schemas.microsoft.com/office/drawing/2014/main" id="{C2EB0CFE-0B37-4ED2-B271-2C262D2633AF}"/>
                      </a:ext>
                    </a:extLst>
                  </p:cNvPr>
                  <p:cNvGrpSpPr/>
                  <p:nvPr userDrawn="1"/>
                </p:nvGrpSpPr>
                <p:grpSpPr>
                  <a:xfrm>
                    <a:off x="-3261070" y="3622063"/>
                    <a:ext cx="141113" cy="117345"/>
                    <a:chOff x="1094874" y="-878306"/>
                    <a:chExt cx="867364" cy="613611"/>
                  </a:xfrm>
                </p:grpSpPr>
                <p:cxnSp>
                  <p:nvCxnSpPr>
                    <p:cNvPr id="125" name="Rechte verbindingslijn 124">
                      <a:extLst>
                        <a:ext uri="{FF2B5EF4-FFF2-40B4-BE49-F238E27FC236}">
                          <a16:creationId xmlns:a16="http://schemas.microsoft.com/office/drawing/2014/main" id="{AFAEFA00-CA45-4534-98F8-F69E73410298}"/>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6" name="Rechte verbindingslijn 125">
                      <a:extLst>
                        <a:ext uri="{FF2B5EF4-FFF2-40B4-BE49-F238E27FC236}">
                          <a16:creationId xmlns:a16="http://schemas.microsoft.com/office/drawing/2014/main" id="{9B412AFD-7B8C-4DF3-91C0-3C06B981C384}"/>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27" name="Groep 126">
                      <a:extLst>
                        <a:ext uri="{FF2B5EF4-FFF2-40B4-BE49-F238E27FC236}">
                          <a16:creationId xmlns:a16="http://schemas.microsoft.com/office/drawing/2014/main" id="{7D94C763-7C5D-4836-9EBD-E71DAF0392BC}"/>
                        </a:ext>
                      </a:extLst>
                    </p:cNvPr>
                    <p:cNvGrpSpPr/>
                    <p:nvPr userDrawn="1"/>
                  </p:nvGrpSpPr>
                  <p:grpSpPr>
                    <a:xfrm>
                      <a:off x="1270535" y="-878306"/>
                      <a:ext cx="526983" cy="613611"/>
                      <a:chOff x="1270535" y="-745959"/>
                      <a:chExt cx="526983" cy="481264"/>
                    </a:xfrm>
                  </p:grpSpPr>
                  <p:cxnSp>
                    <p:nvCxnSpPr>
                      <p:cNvPr id="128" name="Rechte verbindingslijn 127">
                        <a:extLst>
                          <a:ext uri="{FF2B5EF4-FFF2-40B4-BE49-F238E27FC236}">
                            <a16:creationId xmlns:a16="http://schemas.microsoft.com/office/drawing/2014/main" id="{F64AD789-6BC0-4A70-B012-71DE5EE0DA88}"/>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9" name="Rechte verbindingslijn 128">
                        <a:extLst>
                          <a:ext uri="{FF2B5EF4-FFF2-40B4-BE49-F238E27FC236}">
                            <a16:creationId xmlns:a16="http://schemas.microsoft.com/office/drawing/2014/main" id="{B2856916-50B6-4385-9C73-33A7DE200F18}"/>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0" name="Rechte verbindingslijn 129">
                        <a:extLst>
                          <a:ext uri="{FF2B5EF4-FFF2-40B4-BE49-F238E27FC236}">
                            <a16:creationId xmlns:a16="http://schemas.microsoft.com/office/drawing/2014/main" id="{AB1A8AAE-78B0-4E16-B78D-6C7207DBD7C9}"/>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31" name="Rechte verbindingslijn 130">
                        <a:extLst>
                          <a:ext uri="{FF2B5EF4-FFF2-40B4-BE49-F238E27FC236}">
                            <a16:creationId xmlns:a16="http://schemas.microsoft.com/office/drawing/2014/main" id="{9408CC6B-E0AF-4505-BA56-B63D4FB870DD}"/>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16" name="Rechte verbindingslijn 115">
                    <a:extLst>
                      <a:ext uri="{FF2B5EF4-FFF2-40B4-BE49-F238E27FC236}">
                        <a16:creationId xmlns:a16="http://schemas.microsoft.com/office/drawing/2014/main" id="{D9FE084F-BD85-40E2-8791-6A2A768FDC0C}"/>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7" name="Rechte verbindingslijn 116">
                    <a:extLst>
                      <a:ext uri="{FF2B5EF4-FFF2-40B4-BE49-F238E27FC236}">
                        <a16:creationId xmlns:a16="http://schemas.microsoft.com/office/drawing/2014/main" id="{258C6F44-C85C-4331-AC2D-11E5FAB9A6AE}"/>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8" name="Rechte verbindingslijn 117">
                    <a:extLst>
                      <a:ext uri="{FF2B5EF4-FFF2-40B4-BE49-F238E27FC236}">
                        <a16:creationId xmlns:a16="http://schemas.microsoft.com/office/drawing/2014/main" id="{5EA16D86-E9C1-4CCB-ADCB-8D4C1EB93AA5}"/>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9" name="Rechte verbindingslijn 118">
                    <a:extLst>
                      <a:ext uri="{FF2B5EF4-FFF2-40B4-BE49-F238E27FC236}">
                        <a16:creationId xmlns:a16="http://schemas.microsoft.com/office/drawing/2014/main" id="{ED5D0877-2DC0-4ACC-80C0-B51DDB4D0E83}"/>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120" name="Rechthoek 119">
                    <a:extLst>
                      <a:ext uri="{FF2B5EF4-FFF2-40B4-BE49-F238E27FC236}">
                        <a16:creationId xmlns:a16="http://schemas.microsoft.com/office/drawing/2014/main" id="{0A75FAC8-0679-46A6-9ABE-5A93EB973109}"/>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nvGrpSpPr>
                  <p:cNvPr id="121" name="Groep 120">
                    <a:extLst>
                      <a:ext uri="{FF2B5EF4-FFF2-40B4-BE49-F238E27FC236}">
                        <a16:creationId xmlns:a16="http://schemas.microsoft.com/office/drawing/2014/main" id="{061610D4-DB6A-41F2-878C-1168B7464B6E}"/>
                      </a:ext>
                    </a:extLst>
                  </p:cNvPr>
                  <p:cNvGrpSpPr/>
                  <p:nvPr userDrawn="1"/>
                </p:nvGrpSpPr>
                <p:grpSpPr>
                  <a:xfrm rot="2700000">
                    <a:off x="-3158000" y="3650045"/>
                    <a:ext cx="34350" cy="147351"/>
                    <a:chOff x="3148392" y="-836646"/>
                    <a:chExt cx="132124" cy="596095"/>
                  </a:xfrm>
                  <a:solidFill>
                    <a:srgbClr val="3399FF"/>
                  </a:solidFill>
                </p:grpSpPr>
                <p:sp>
                  <p:nvSpPr>
                    <p:cNvPr id="122" name="Rechthoek 121">
                      <a:extLst>
                        <a:ext uri="{FF2B5EF4-FFF2-40B4-BE49-F238E27FC236}">
                          <a16:creationId xmlns:a16="http://schemas.microsoft.com/office/drawing/2014/main" id="{E174C5CF-6E26-4BFE-81AB-0F3D3935088D}"/>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23" name="Rechthoek: afgeronde bovenhoeken 122">
                      <a:extLst>
                        <a:ext uri="{FF2B5EF4-FFF2-40B4-BE49-F238E27FC236}">
                          <a16:creationId xmlns:a16="http://schemas.microsoft.com/office/drawing/2014/main" id="{2E195A6C-619A-45FF-9648-F6D5EC3280B6}"/>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24" name="Gelijkbenige driehoek 123">
                      <a:extLst>
                        <a:ext uri="{FF2B5EF4-FFF2-40B4-BE49-F238E27FC236}">
                          <a16:creationId xmlns:a16="http://schemas.microsoft.com/office/drawing/2014/main" id="{E37011A6-DA25-4CB4-BC44-6364BA2AD2CB}"/>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grpSp>
          </p:grpSp>
          <p:sp>
            <p:nvSpPr>
              <p:cNvPr id="103" name="Rechthoek 102">
                <a:extLst>
                  <a:ext uri="{FF2B5EF4-FFF2-40B4-BE49-F238E27FC236}">
                    <a16:creationId xmlns:a16="http://schemas.microsoft.com/office/drawing/2014/main" id="{5F904B88-744F-452E-87F0-7205E37ABDFE}"/>
                  </a:ext>
                </a:extLst>
              </p:cNvPr>
              <p:cNvSpPr/>
              <p:nvPr userDrawn="1"/>
            </p:nvSpPr>
            <p:spPr>
              <a:xfrm>
                <a:off x="-3786437" y="540535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104" name="ICOON_info">
                <a:extLst>
                  <a:ext uri="{FF2B5EF4-FFF2-40B4-BE49-F238E27FC236}">
                    <a16:creationId xmlns:a16="http://schemas.microsoft.com/office/drawing/2014/main" id="{637E9E26-A493-4BCF-98E6-A56BB95917AF}"/>
                  </a:ext>
                </a:extLst>
              </p:cNvPr>
              <p:cNvGrpSpPr/>
              <p:nvPr userDrawn="1"/>
            </p:nvGrpSpPr>
            <p:grpSpPr>
              <a:xfrm>
                <a:off x="-376736" y="5269335"/>
                <a:ext cx="283685" cy="283685"/>
                <a:chOff x="-510741" y="5913713"/>
                <a:chExt cx="267555" cy="267555"/>
              </a:xfrm>
            </p:grpSpPr>
            <p:sp>
              <p:nvSpPr>
                <p:cNvPr id="105" name="Ovaal 104">
                  <a:extLst>
                    <a:ext uri="{FF2B5EF4-FFF2-40B4-BE49-F238E27FC236}">
                      <a16:creationId xmlns:a16="http://schemas.microsoft.com/office/drawing/2014/main" id="{1D580A5D-D3FF-4BB0-8B72-4250133D9FF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106" name="Graphic 163" descr="Informatie">
                  <a:extLst>
                    <a:ext uri="{FF2B5EF4-FFF2-40B4-BE49-F238E27FC236}">
                      <a16:creationId xmlns:a16="http://schemas.microsoft.com/office/drawing/2014/main" id="{F74266F3-88AD-4C61-B52D-B7D2D133F24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a:solidFill>
                      <a:srgbClr val="211F26"/>
                    </a:solidFill>
                    <a:latin typeface="Calibri" panose="020F0502020204030204" pitchFamily="34" charset="0"/>
                    <a:cs typeface="Calibri" panose="020F0502020204030204" pitchFamily="34" charset="0"/>
                  </a:endParaRPr>
                </a:p>
              </p:txBody>
            </p:sp>
          </p:grpSp>
        </p:grpSp>
        <p:grpSp>
          <p:nvGrpSpPr>
            <p:cNvPr id="80" name="INSTRUCTIE">
              <a:extLst>
                <a:ext uri="{FF2B5EF4-FFF2-40B4-BE49-F238E27FC236}">
                  <a16:creationId xmlns:a16="http://schemas.microsoft.com/office/drawing/2014/main" id="{DD5E165D-DC45-4245-908D-6CB476AB89B2}"/>
                </a:ext>
              </a:extLst>
            </p:cNvPr>
            <p:cNvGrpSpPr/>
            <p:nvPr userDrawn="1"/>
          </p:nvGrpSpPr>
          <p:grpSpPr>
            <a:xfrm>
              <a:off x="-3786165" y="1"/>
              <a:ext cx="3593091" cy="3570215"/>
              <a:chOff x="-3786165" y="1"/>
              <a:chExt cx="3593091" cy="3570215"/>
            </a:xfrm>
          </p:grpSpPr>
          <p:sp>
            <p:nvSpPr>
              <p:cNvPr id="81" name="Rechthoek 80">
                <a:extLst>
                  <a:ext uri="{FF2B5EF4-FFF2-40B4-BE49-F238E27FC236}">
                    <a16:creationId xmlns:a16="http://schemas.microsoft.com/office/drawing/2014/main" id="{5A753C5C-F0FC-42B2-A588-FEE9DB17F729}"/>
                  </a:ext>
                </a:extLst>
              </p:cNvPr>
              <p:cNvSpPr/>
              <p:nvPr userDrawn="1"/>
            </p:nvSpPr>
            <p:spPr>
              <a:xfrm>
                <a:off x="-3786165" y="1"/>
                <a:ext cx="3593091" cy="3570215"/>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Grafiek invoegen/opmaken</a:t>
                </a:r>
              </a:p>
            </p:txBody>
          </p:sp>
          <p:sp>
            <p:nvSpPr>
              <p:cNvPr id="82" name="Ovaal 81">
                <a:extLst>
                  <a:ext uri="{FF2B5EF4-FFF2-40B4-BE49-F238E27FC236}">
                    <a16:creationId xmlns:a16="http://schemas.microsoft.com/office/drawing/2014/main" id="{76829774-A30D-4810-B5E9-DA7AC6130C66}"/>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3" name="Rechthoek 82">
                <a:extLst>
                  <a:ext uri="{FF2B5EF4-FFF2-40B4-BE49-F238E27FC236}">
                    <a16:creationId xmlns:a16="http://schemas.microsoft.com/office/drawing/2014/main" id="{9DF69EEE-746B-412D-977C-F724A17AD0C5}"/>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grafiek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grafiek in te voegen</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sp>
            <p:nvSpPr>
              <p:cNvPr id="84" name="Ovaal 83">
                <a:extLst>
                  <a:ext uri="{FF2B5EF4-FFF2-40B4-BE49-F238E27FC236}">
                    <a16:creationId xmlns:a16="http://schemas.microsoft.com/office/drawing/2014/main" id="{C2EB5319-8296-4C7D-A7CC-D2AD75A0D0FD}"/>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31DBA489-E8B9-4157-9DCD-3D3B86B724BF}"/>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grafiek</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C1814997-1673-41E4-BC09-AA514D52FE52}"/>
                  </a:ext>
                </a:extLst>
              </p:cNvPr>
              <p:cNvGrpSpPr/>
              <p:nvPr userDrawn="1"/>
            </p:nvGrpSpPr>
            <p:grpSpPr>
              <a:xfrm>
                <a:off x="-3311319" y="2164285"/>
                <a:ext cx="825500" cy="209550"/>
                <a:chOff x="13504624" y="2482850"/>
                <a:chExt cx="825500" cy="209550"/>
              </a:xfrm>
            </p:grpSpPr>
            <p:sp>
              <p:nvSpPr>
                <p:cNvPr id="96" name="Rechthoek 95">
                  <a:extLst>
                    <a:ext uri="{FF2B5EF4-FFF2-40B4-BE49-F238E27FC236}">
                      <a16:creationId xmlns:a16="http://schemas.microsoft.com/office/drawing/2014/main" id="{FCFD399A-9DB6-442C-B63D-DD2971BC9C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97" name="Rechte verbindingslijn 96">
                  <a:extLst>
                    <a:ext uri="{FF2B5EF4-FFF2-40B4-BE49-F238E27FC236}">
                      <a16:creationId xmlns:a16="http://schemas.microsoft.com/office/drawing/2014/main" id="{41C3B35C-891A-4E5D-AB1E-916B3E2924BF}"/>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98" name="Gelijkbenige driehoek 97">
                  <a:extLst>
                    <a:ext uri="{FF2B5EF4-FFF2-40B4-BE49-F238E27FC236}">
                      <a16:creationId xmlns:a16="http://schemas.microsoft.com/office/drawing/2014/main" id="{C3131AF0-07CD-4946-B098-23FC11CC775C}"/>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grpSp>
            <p:nvGrpSpPr>
              <p:cNvPr id="87" name="Groep 86">
                <a:extLst>
                  <a:ext uri="{FF2B5EF4-FFF2-40B4-BE49-F238E27FC236}">
                    <a16:creationId xmlns:a16="http://schemas.microsoft.com/office/drawing/2014/main" id="{A4F20450-FD36-49D2-9374-7444B03A5B8C}"/>
                  </a:ext>
                </a:extLst>
              </p:cNvPr>
              <p:cNvGrpSpPr/>
              <p:nvPr userDrawn="1"/>
            </p:nvGrpSpPr>
            <p:grpSpPr>
              <a:xfrm>
                <a:off x="-3316599" y="1232480"/>
                <a:ext cx="289372" cy="314992"/>
                <a:chOff x="7322769" y="-310267"/>
                <a:chExt cx="289372" cy="314992"/>
              </a:xfrm>
            </p:grpSpPr>
            <p:sp>
              <p:nvSpPr>
                <p:cNvPr id="93" name="Rechthoek 92">
                  <a:extLst>
                    <a:ext uri="{FF2B5EF4-FFF2-40B4-BE49-F238E27FC236}">
                      <a16:creationId xmlns:a16="http://schemas.microsoft.com/office/drawing/2014/main" id="{E54AF7F8-6218-4DB0-A04A-C6A33AFF719E}"/>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94" name="Rechthoek 93">
                  <a:extLst>
                    <a:ext uri="{FF2B5EF4-FFF2-40B4-BE49-F238E27FC236}">
                      <a16:creationId xmlns:a16="http://schemas.microsoft.com/office/drawing/2014/main" id="{A83C88D3-9D4D-45B3-8CF5-55717DD72625}"/>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95" name="Rechthoek 94">
                  <a:extLst>
                    <a:ext uri="{FF2B5EF4-FFF2-40B4-BE49-F238E27FC236}">
                      <a16:creationId xmlns:a16="http://schemas.microsoft.com/office/drawing/2014/main" id="{79DA98A2-4FD2-4AA5-A8BB-5C1B4812672B}"/>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sp>
            <p:nvSpPr>
              <p:cNvPr id="88" name="Ovaal 87">
                <a:extLst>
                  <a:ext uri="{FF2B5EF4-FFF2-40B4-BE49-F238E27FC236}">
                    <a16:creationId xmlns:a16="http://schemas.microsoft.com/office/drawing/2014/main" id="{82D214EA-DECF-45CD-A5FB-C655994169AB}"/>
                  </a:ext>
                </a:extLst>
              </p:cNvPr>
              <p:cNvSpPr/>
              <p:nvPr userDrawn="1"/>
            </p:nvSpPr>
            <p:spPr>
              <a:xfrm>
                <a:off x="-3603587" y="2555608"/>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9" name="Rechthoek 88">
                <a:extLst>
                  <a:ext uri="{FF2B5EF4-FFF2-40B4-BE49-F238E27FC236}">
                    <a16:creationId xmlns:a16="http://schemas.microsoft.com/office/drawing/2014/main" id="{12AE77C2-76A0-4486-BD2A-1952A78501C5}"/>
                  </a:ext>
                </a:extLst>
              </p:cNvPr>
              <p:cNvSpPr/>
              <p:nvPr userDrawn="1"/>
            </p:nvSpPr>
            <p:spPr>
              <a:xfrm>
                <a:off x="-3319415" y="2555610"/>
                <a:ext cx="2944682" cy="47686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Verander de opmaak van de grafiek door onderdelen van de grafiek aan te klikken en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‘Opmaak’ </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te gaan. </a:t>
                </a:r>
              </a:p>
            </p:txBody>
          </p:sp>
          <p:grpSp>
            <p:nvGrpSpPr>
              <p:cNvPr id="90" name="Groep 89">
                <a:extLst>
                  <a:ext uri="{FF2B5EF4-FFF2-40B4-BE49-F238E27FC236}">
                    <a16:creationId xmlns:a16="http://schemas.microsoft.com/office/drawing/2014/main" id="{FE7071E7-427A-4C59-AC6C-3DBDDFDB07AB}"/>
                  </a:ext>
                </a:extLst>
              </p:cNvPr>
              <p:cNvGrpSpPr/>
              <p:nvPr userDrawn="1"/>
            </p:nvGrpSpPr>
            <p:grpSpPr>
              <a:xfrm>
                <a:off x="-3312582" y="3144513"/>
                <a:ext cx="576000" cy="246597"/>
                <a:chOff x="-3312582" y="1060763"/>
                <a:chExt cx="576000" cy="246597"/>
              </a:xfrm>
            </p:grpSpPr>
            <p:sp>
              <p:nvSpPr>
                <p:cNvPr id="91" name="Rechthoek 90">
                  <a:extLst>
                    <a:ext uri="{FF2B5EF4-FFF2-40B4-BE49-F238E27FC236}">
                      <a16:creationId xmlns:a16="http://schemas.microsoft.com/office/drawing/2014/main" id="{D53E4546-CC8C-4AA6-8F6D-90D31B0CE635}"/>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1050" b="1" noProof="0">
                      <a:solidFill>
                        <a:srgbClr val="B74629"/>
                      </a:solidFill>
                      <a:latin typeface="Calibri" panose="020F0502020204030204" pitchFamily="34" charset="0"/>
                      <a:cs typeface="Calibri" panose="020F0502020204030204" pitchFamily="34" charset="0"/>
                    </a:rPr>
                    <a:t>Opmaak</a:t>
                  </a:r>
                </a:p>
              </p:txBody>
            </p:sp>
            <p:sp>
              <p:nvSpPr>
                <p:cNvPr id="92" name="Rechthoek 91">
                  <a:extLst>
                    <a:ext uri="{FF2B5EF4-FFF2-40B4-BE49-F238E27FC236}">
                      <a16:creationId xmlns:a16="http://schemas.microsoft.com/office/drawing/2014/main" id="{09B63EDE-03E1-4356-9A95-6D4A4C3433A9}"/>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sp>
        <p:nvSpPr>
          <p:cNvPr id="136" name="Tijdelijke aanduiding voor tabel 16">
            <a:extLst>
              <a:ext uri="{FF2B5EF4-FFF2-40B4-BE49-F238E27FC236}">
                <a16:creationId xmlns:a16="http://schemas.microsoft.com/office/drawing/2014/main" id="{89E4726B-3DD0-4DFE-AD40-C9B88ADE1209}"/>
              </a:ext>
            </a:extLst>
          </p:cNvPr>
          <p:cNvSpPr>
            <a:spLocks noGrp="1"/>
          </p:cNvSpPr>
          <p:nvPr>
            <p:ph type="tbl" sz="quarter" idx="16" hasCustomPrompt="1"/>
          </p:nvPr>
        </p:nvSpPr>
        <p:spPr>
          <a:xfrm>
            <a:off x="6319497" y="1776184"/>
            <a:ext cx="5391391" cy="4575174"/>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Tree>
    <p:extLst>
      <p:ext uri="{BB962C8B-B14F-4D97-AF65-F5344CB8AC3E}">
        <p14:creationId xmlns:p14="http://schemas.microsoft.com/office/powerpoint/2010/main" val="410884552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714376"/>
            <a:ext cx="11160125" cy="869860"/>
          </a:xfrm>
        </p:spPr>
        <p:txBody>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8" name="Rechthoek: afgeronde hoeken 7">
            <a:extLst>
              <a:ext uri="{FF2B5EF4-FFF2-40B4-BE49-F238E27FC236}">
                <a16:creationId xmlns:a16="http://schemas.microsoft.com/office/drawing/2014/main" id="{2CB6E363-810F-4273-949C-A7D72C07CE4F}"/>
              </a:ext>
            </a:extLst>
          </p:cNvPr>
          <p:cNvSpPr/>
          <p:nvPr userDrawn="1"/>
        </p:nvSpPr>
        <p:spPr>
          <a:xfrm>
            <a:off x="0" y="-429492"/>
            <a:ext cx="1020729"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a:solidFill>
                  <a:schemeClr val="accent2"/>
                </a:solidFill>
                <a:latin typeface="+mj-lt"/>
              </a:rPr>
              <a:t>TABLE</a:t>
            </a:r>
          </a:p>
        </p:txBody>
      </p:sp>
      <p:grpSp>
        <p:nvGrpSpPr>
          <p:cNvPr id="68" name="INSTRUCTIE">
            <a:extLst>
              <a:ext uri="{FF2B5EF4-FFF2-40B4-BE49-F238E27FC236}">
                <a16:creationId xmlns:a16="http://schemas.microsoft.com/office/drawing/2014/main" id="{0234D544-189B-4884-B0CA-40F0E3F386DC}"/>
              </a:ext>
            </a:extLst>
          </p:cNvPr>
          <p:cNvGrpSpPr/>
          <p:nvPr userDrawn="1"/>
        </p:nvGrpSpPr>
        <p:grpSpPr>
          <a:xfrm>
            <a:off x="-3786437" y="1"/>
            <a:ext cx="3693386" cy="6233352"/>
            <a:chOff x="-3786437" y="1"/>
            <a:chExt cx="3693386" cy="6233352"/>
          </a:xfrm>
        </p:grpSpPr>
        <p:grpSp>
          <p:nvGrpSpPr>
            <p:cNvPr id="69" name="Groep 68">
              <a:extLst>
                <a:ext uri="{FF2B5EF4-FFF2-40B4-BE49-F238E27FC236}">
                  <a16:creationId xmlns:a16="http://schemas.microsoft.com/office/drawing/2014/main" id="{D96ACFEE-3E74-4A0F-82A4-B52866030924}"/>
                </a:ext>
              </a:extLst>
            </p:cNvPr>
            <p:cNvGrpSpPr/>
            <p:nvPr userDrawn="1"/>
          </p:nvGrpSpPr>
          <p:grpSpPr>
            <a:xfrm>
              <a:off x="-3786437" y="3752148"/>
              <a:ext cx="3693386" cy="2481205"/>
              <a:chOff x="-3786437" y="3752148"/>
              <a:chExt cx="3693386" cy="2481205"/>
            </a:xfrm>
          </p:grpSpPr>
          <p:sp>
            <p:nvSpPr>
              <p:cNvPr id="89" name="Rechthoek 88">
                <a:extLst>
                  <a:ext uri="{FF2B5EF4-FFF2-40B4-BE49-F238E27FC236}">
                    <a16:creationId xmlns:a16="http://schemas.microsoft.com/office/drawing/2014/main" id="{29D481FF-C6B3-4DF2-8278-99775BC8EE43}"/>
                  </a:ext>
                </a:extLst>
              </p:cNvPr>
              <p:cNvSpPr/>
              <p:nvPr userDrawn="1"/>
            </p:nvSpPr>
            <p:spPr>
              <a:xfrm>
                <a:off x="-3786165" y="3752148"/>
                <a:ext cx="3593091" cy="17526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err="1">
                    <a:solidFill>
                      <a:schemeClr val="accent1"/>
                    </a:solidFill>
                    <a:latin typeface="Calibri" panose="020F0502020204030204" pitchFamily="34" charset="0"/>
                    <a:cs typeface="Calibri" panose="020F0502020204030204" pitchFamily="34" charset="0"/>
                  </a:rPr>
                  <a:t>Graphic</a:t>
                </a:r>
                <a:r>
                  <a:rPr lang="nl-NL" sz="1400" b="1" cap="all" baseline="0" noProof="0">
                    <a:solidFill>
                      <a:schemeClr val="accent1"/>
                    </a:solidFill>
                    <a:latin typeface="Calibri" panose="020F0502020204030204" pitchFamily="34" charset="0"/>
                    <a:cs typeface="Calibri" panose="020F0502020204030204" pitchFamily="34" charset="0"/>
                  </a:rPr>
                  <a:t> data bewerken</a:t>
                </a:r>
              </a:p>
            </p:txBody>
          </p:sp>
          <p:sp>
            <p:nvSpPr>
              <p:cNvPr id="90" name="Ovaal 89">
                <a:extLst>
                  <a:ext uri="{FF2B5EF4-FFF2-40B4-BE49-F238E27FC236}">
                    <a16:creationId xmlns:a16="http://schemas.microsoft.com/office/drawing/2014/main" id="{7A2B02A4-9118-46B7-98CF-F6B40C97DC16}"/>
                  </a:ext>
                </a:extLst>
              </p:cNvPr>
              <p:cNvSpPr/>
              <p:nvPr userDrawn="1"/>
            </p:nvSpPr>
            <p:spPr>
              <a:xfrm>
                <a:off x="-3603587" y="421674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1" name="Rechthoek 90">
                <a:extLst>
                  <a:ext uri="{FF2B5EF4-FFF2-40B4-BE49-F238E27FC236}">
                    <a16:creationId xmlns:a16="http://schemas.microsoft.com/office/drawing/2014/main" id="{7FFD4365-4A25-4D91-BF77-3F3E629D2D68}"/>
                  </a:ext>
                </a:extLst>
              </p:cNvPr>
              <p:cNvSpPr/>
              <p:nvPr userDrawn="1"/>
            </p:nvSpPr>
            <p:spPr>
              <a:xfrm>
                <a:off x="-3319415" y="4216747"/>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Klik met de rechter muisknop op de grafiek</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kies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‘Gegevens bewerken’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92" name="Groep 91">
                <a:extLst>
                  <a:ext uri="{FF2B5EF4-FFF2-40B4-BE49-F238E27FC236}">
                    <a16:creationId xmlns:a16="http://schemas.microsoft.com/office/drawing/2014/main" id="{D5015839-E1CC-4164-86FC-C92BE2CDC8F5}"/>
                  </a:ext>
                </a:extLst>
              </p:cNvPr>
              <p:cNvGrpSpPr/>
              <p:nvPr userDrawn="1"/>
            </p:nvGrpSpPr>
            <p:grpSpPr>
              <a:xfrm>
                <a:off x="-3314821" y="4656539"/>
                <a:ext cx="1495189" cy="563933"/>
                <a:chOff x="-3314821" y="3310415"/>
                <a:chExt cx="1495189" cy="563933"/>
              </a:xfrm>
            </p:grpSpPr>
            <p:sp>
              <p:nvSpPr>
                <p:cNvPr id="97" name="Rechthoek 96">
                  <a:extLst>
                    <a:ext uri="{FF2B5EF4-FFF2-40B4-BE49-F238E27FC236}">
                      <a16:creationId xmlns:a16="http://schemas.microsoft.com/office/drawing/2014/main" id="{AFD3EA65-8425-4335-8DC2-A42ADE0A32EF}"/>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98" name="Rechthoek 97">
                  <a:extLst>
                    <a:ext uri="{FF2B5EF4-FFF2-40B4-BE49-F238E27FC236}">
                      <a16:creationId xmlns:a16="http://schemas.microsoft.com/office/drawing/2014/main" id="{DC6A3DD1-0591-4BF7-99BD-AE7827F003A4}"/>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99" name="Tekstvak 98">
                  <a:extLst>
                    <a:ext uri="{FF2B5EF4-FFF2-40B4-BE49-F238E27FC236}">
                      <a16:creationId xmlns:a16="http://schemas.microsoft.com/office/drawing/2014/main" id="{0D549732-956C-47F6-84B9-C6EA0398CF2F}"/>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Grafiektype wijzigen</a:t>
                  </a:r>
                </a:p>
              </p:txBody>
            </p:sp>
            <p:sp>
              <p:nvSpPr>
                <p:cNvPr id="100" name="Tekstvak 99">
                  <a:extLst>
                    <a:ext uri="{FF2B5EF4-FFF2-40B4-BE49-F238E27FC236}">
                      <a16:creationId xmlns:a16="http://schemas.microsoft.com/office/drawing/2014/main" id="{FFD6CACD-C828-4186-9ADB-D4193519863C}"/>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rgbClr val="211F26"/>
                      </a:solidFill>
                      <a:latin typeface="Calibri" panose="020F0502020204030204" pitchFamily="34" charset="0"/>
                      <a:ea typeface="+mn-ea"/>
                      <a:cs typeface="Calibri" panose="020F0502020204030204" pitchFamily="34" charset="0"/>
                    </a:rPr>
                    <a:t>Gegevens bewerken</a:t>
                  </a:r>
                </a:p>
              </p:txBody>
            </p:sp>
            <p:sp>
              <p:nvSpPr>
                <p:cNvPr id="101" name="Vrije vorm: vorm 100">
                  <a:extLst>
                    <a:ext uri="{FF2B5EF4-FFF2-40B4-BE49-F238E27FC236}">
                      <a16:creationId xmlns:a16="http://schemas.microsoft.com/office/drawing/2014/main" id="{AEF53839-8447-41F6-B8D7-C1FC9E030BF0}"/>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grpSp>
              <p:nvGrpSpPr>
                <p:cNvPr id="102" name="Groep 101">
                  <a:extLst>
                    <a:ext uri="{FF2B5EF4-FFF2-40B4-BE49-F238E27FC236}">
                      <a16:creationId xmlns:a16="http://schemas.microsoft.com/office/drawing/2014/main" id="{CE73A4C5-81B4-4E72-8838-3081A4387E53}"/>
                    </a:ext>
                  </a:extLst>
                </p:cNvPr>
                <p:cNvGrpSpPr/>
                <p:nvPr userDrawn="1"/>
              </p:nvGrpSpPr>
              <p:grpSpPr>
                <a:xfrm>
                  <a:off x="-3261976" y="3361742"/>
                  <a:ext cx="139861" cy="152244"/>
                  <a:chOff x="12574450" y="6053892"/>
                  <a:chExt cx="169232" cy="184215"/>
                </a:xfrm>
              </p:grpSpPr>
              <p:sp>
                <p:nvSpPr>
                  <p:cNvPr id="122" name="Rechthoek 121">
                    <a:extLst>
                      <a:ext uri="{FF2B5EF4-FFF2-40B4-BE49-F238E27FC236}">
                        <a16:creationId xmlns:a16="http://schemas.microsoft.com/office/drawing/2014/main" id="{382A52DE-14E8-49D7-930D-794751AF6758}"/>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rgbClr val="211F26"/>
                      </a:solidFill>
                      <a:latin typeface="Calibri" panose="020F0502020204030204" pitchFamily="34" charset="0"/>
                      <a:cs typeface="Calibri" panose="020F0502020204030204" pitchFamily="34" charset="0"/>
                    </a:endParaRPr>
                  </a:p>
                </p:txBody>
              </p:sp>
              <p:sp>
                <p:nvSpPr>
                  <p:cNvPr id="123" name="Rechthoek 122">
                    <a:extLst>
                      <a:ext uri="{FF2B5EF4-FFF2-40B4-BE49-F238E27FC236}">
                        <a16:creationId xmlns:a16="http://schemas.microsoft.com/office/drawing/2014/main" id="{6DB90010-F51C-427D-B3AF-C56E2004D51E}"/>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rgbClr val="211F26"/>
                      </a:solidFill>
                      <a:latin typeface="Calibri" panose="020F0502020204030204" pitchFamily="34" charset="0"/>
                      <a:cs typeface="Calibri" panose="020F0502020204030204" pitchFamily="34" charset="0"/>
                    </a:endParaRPr>
                  </a:p>
                </p:txBody>
              </p:sp>
              <p:sp>
                <p:nvSpPr>
                  <p:cNvPr id="124" name="Rechthoek 123">
                    <a:extLst>
                      <a:ext uri="{FF2B5EF4-FFF2-40B4-BE49-F238E27FC236}">
                        <a16:creationId xmlns:a16="http://schemas.microsoft.com/office/drawing/2014/main" id="{305DC0F8-0517-4D4A-A5E7-599CB2B1E7E0}"/>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103" name="Groep 102">
                  <a:extLst>
                    <a:ext uri="{FF2B5EF4-FFF2-40B4-BE49-F238E27FC236}">
                      <a16:creationId xmlns:a16="http://schemas.microsoft.com/office/drawing/2014/main" id="{B8223D4F-714B-4BD1-9023-64A7283D70AC}"/>
                    </a:ext>
                  </a:extLst>
                </p:cNvPr>
                <p:cNvGrpSpPr/>
                <p:nvPr userDrawn="1"/>
              </p:nvGrpSpPr>
              <p:grpSpPr>
                <a:xfrm>
                  <a:off x="-3261070" y="3635199"/>
                  <a:ext cx="168905" cy="104490"/>
                  <a:chOff x="-3261070" y="3620931"/>
                  <a:chExt cx="193920" cy="119965"/>
                </a:xfrm>
              </p:grpSpPr>
              <p:sp>
                <p:nvSpPr>
                  <p:cNvPr id="104" name="Rechthoek 103">
                    <a:extLst>
                      <a:ext uri="{FF2B5EF4-FFF2-40B4-BE49-F238E27FC236}">
                        <a16:creationId xmlns:a16="http://schemas.microsoft.com/office/drawing/2014/main" id="{ADB20AC8-15D5-4563-A96D-F6218016299A}"/>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nvGrpSpPr>
                  <p:cNvPr id="105" name="Groep 104">
                    <a:extLst>
                      <a:ext uri="{FF2B5EF4-FFF2-40B4-BE49-F238E27FC236}">
                        <a16:creationId xmlns:a16="http://schemas.microsoft.com/office/drawing/2014/main" id="{ADDFE956-46C8-433D-BC53-8AA8C7B6B8EB}"/>
                      </a:ext>
                    </a:extLst>
                  </p:cNvPr>
                  <p:cNvGrpSpPr/>
                  <p:nvPr userDrawn="1"/>
                </p:nvGrpSpPr>
                <p:grpSpPr>
                  <a:xfrm>
                    <a:off x="-3261070" y="3622063"/>
                    <a:ext cx="141113" cy="117345"/>
                    <a:chOff x="1094874" y="-878306"/>
                    <a:chExt cx="867364" cy="613611"/>
                  </a:xfrm>
                </p:grpSpPr>
                <p:cxnSp>
                  <p:nvCxnSpPr>
                    <p:cNvPr id="115" name="Rechte verbindingslijn 114">
                      <a:extLst>
                        <a:ext uri="{FF2B5EF4-FFF2-40B4-BE49-F238E27FC236}">
                          <a16:creationId xmlns:a16="http://schemas.microsoft.com/office/drawing/2014/main" id="{09881C58-FEC2-4A91-8D06-DA6DD43E948B}"/>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6" name="Rechte verbindingslijn 115">
                      <a:extLst>
                        <a:ext uri="{FF2B5EF4-FFF2-40B4-BE49-F238E27FC236}">
                          <a16:creationId xmlns:a16="http://schemas.microsoft.com/office/drawing/2014/main" id="{52B1EEBB-446B-4433-9200-30594591404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17" name="Groep 116">
                      <a:extLst>
                        <a:ext uri="{FF2B5EF4-FFF2-40B4-BE49-F238E27FC236}">
                          <a16:creationId xmlns:a16="http://schemas.microsoft.com/office/drawing/2014/main" id="{EF1EC329-3439-4427-9A4E-D1BD4FBA1F80}"/>
                        </a:ext>
                      </a:extLst>
                    </p:cNvPr>
                    <p:cNvGrpSpPr/>
                    <p:nvPr userDrawn="1"/>
                  </p:nvGrpSpPr>
                  <p:grpSpPr>
                    <a:xfrm>
                      <a:off x="1270535" y="-878306"/>
                      <a:ext cx="526983" cy="613611"/>
                      <a:chOff x="1270535" y="-745959"/>
                      <a:chExt cx="526983" cy="481264"/>
                    </a:xfrm>
                  </p:grpSpPr>
                  <p:cxnSp>
                    <p:nvCxnSpPr>
                      <p:cNvPr id="118" name="Rechte verbindingslijn 117">
                        <a:extLst>
                          <a:ext uri="{FF2B5EF4-FFF2-40B4-BE49-F238E27FC236}">
                            <a16:creationId xmlns:a16="http://schemas.microsoft.com/office/drawing/2014/main" id="{B973B926-228C-4B90-9333-5CDF6BC7A6E5}"/>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19" name="Rechte verbindingslijn 118">
                        <a:extLst>
                          <a:ext uri="{FF2B5EF4-FFF2-40B4-BE49-F238E27FC236}">
                            <a16:creationId xmlns:a16="http://schemas.microsoft.com/office/drawing/2014/main" id="{BC0A888F-576B-47FE-B03C-07D1760FD7AD}"/>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0" name="Rechte verbindingslijn 119">
                        <a:extLst>
                          <a:ext uri="{FF2B5EF4-FFF2-40B4-BE49-F238E27FC236}">
                            <a16:creationId xmlns:a16="http://schemas.microsoft.com/office/drawing/2014/main" id="{3C1668A8-110B-4B9B-8C31-970629666D1D}"/>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1" name="Rechte verbindingslijn 120">
                        <a:extLst>
                          <a:ext uri="{FF2B5EF4-FFF2-40B4-BE49-F238E27FC236}">
                            <a16:creationId xmlns:a16="http://schemas.microsoft.com/office/drawing/2014/main" id="{8DDE7D0A-45E0-4330-A5A3-BEB6739BF225}"/>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06" name="Rechte verbindingslijn 105">
                    <a:extLst>
                      <a:ext uri="{FF2B5EF4-FFF2-40B4-BE49-F238E27FC236}">
                        <a16:creationId xmlns:a16="http://schemas.microsoft.com/office/drawing/2014/main" id="{105F4FD1-B876-4033-B580-4944887A1FD2}"/>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7" name="Rechte verbindingslijn 106">
                    <a:extLst>
                      <a:ext uri="{FF2B5EF4-FFF2-40B4-BE49-F238E27FC236}">
                        <a16:creationId xmlns:a16="http://schemas.microsoft.com/office/drawing/2014/main" id="{E095657C-1391-4627-8E4E-B48AD03C28C6}"/>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8" name="Rechte verbindingslijn 107">
                    <a:extLst>
                      <a:ext uri="{FF2B5EF4-FFF2-40B4-BE49-F238E27FC236}">
                        <a16:creationId xmlns:a16="http://schemas.microsoft.com/office/drawing/2014/main" id="{B93379A4-947F-413B-BB47-5B2916F4F669}"/>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09" name="Rechte verbindingslijn 108">
                    <a:extLst>
                      <a:ext uri="{FF2B5EF4-FFF2-40B4-BE49-F238E27FC236}">
                        <a16:creationId xmlns:a16="http://schemas.microsoft.com/office/drawing/2014/main" id="{1259E15A-516F-4B29-9590-700FE08F5F1B}"/>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110" name="Rechthoek 109">
                    <a:extLst>
                      <a:ext uri="{FF2B5EF4-FFF2-40B4-BE49-F238E27FC236}">
                        <a16:creationId xmlns:a16="http://schemas.microsoft.com/office/drawing/2014/main" id="{D157E865-7321-4984-88D9-6E9BD6A060CA}"/>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nvGrpSpPr>
                  <p:cNvPr id="111" name="Groep 110">
                    <a:extLst>
                      <a:ext uri="{FF2B5EF4-FFF2-40B4-BE49-F238E27FC236}">
                        <a16:creationId xmlns:a16="http://schemas.microsoft.com/office/drawing/2014/main" id="{68A5EDEF-A3B7-4D6B-9CDA-EE36AFA6A323}"/>
                      </a:ext>
                    </a:extLst>
                  </p:cNvPr>
                  <p:cNvGrpSpPr/>
                  <p:nvPr userDrawn="1"/>
                </p:nvGrpSpPr>
                <p:grpSpPr>
                  <a:xfrm rot="2700000">
                    <a:off x="-3158000" y="3650045"/>
                    <a:ext cx="34350" cy="147351"/>
                    <a:chOff x="3148392" y="-836646"/>
                    <a:chExt cx="132124" cy="596095"/>
                  </a:xfrm>
                  <a:solidFill>
                    <a:srgbClr val="3399FF"/>
                  </a:solidFill>
                </p:grpSpPr>
                <p:sp>
                  <p:nvSpPr>
                    <p:cNvPr id="112" name="Rechthoek 111">
                      <a:extLst>
                        <a:ext uri="{FF2B5EF4-FFF2-40B4-BE49-F238E27FC236}">
                          <a16:creationId xmlns:a16="http://schemas.microsoft.com/office/drawing/2014/main" id="{4DAD7C11-1E3E-4AFE-9E90-0CD097C086F7}"/>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13" name="Rechthoek: afgeronde bovenhoeken 112">
                      <a:extLst>
                        <a:ext uri="{FF2B5EF4-FFF2-40B4-BE49-F238E27FC236}">
                          <a16:creationId xmlns:a16="http://schemas.microsoft.com/office/drawing/2014/main" id="{C7C274C2-FFB4-4EA4-851E-9669C8260807}"/>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114" name="Gelijkbenige driehoek 113">
                      <a:extLst>
                        <a:ext uri="{FF2B5EF4-FFF2-40B4-BE49-F238E27FC236}">
                          <a16:creationId xmlns:a16="http://schemas.microsoft.com/office/drawing/2014/main" id="{B5E1C0EE-8722-495B-8280-98B5879C4687}"/>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grpSp>
          </p:grpSp>
          <p:sp>
            <p:nvSpPr>
              <p:cNvPr id="93" name="Rechthoek 92">
                <a:extLst>
                  <a:ext uri="{FF2B5EF4-FFF2-40B4-BE49-F238E27FC236}">
                    <a16:creationId xmlns:a16="http://schemas.microsoft.com/office/drawing/2014/main" id="{05906D92-23F9-49FA-8E9F-FA5AD7BACC20}"/>
                  </a:ext>
                </a:extLst>
              </p:cNvPr>
              <p:cNvSpPr/>
              <p:nvPr userDrawn="1"/>
            </p:nvSpPr>
            <p:spPr>
              <a:xfrm>
                <a:off x="-3786437" y="540535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94" name="ICOON_info">
                <a:extLst>
                  <a:ext uri="{FF2B5EF4-FFF2-40B4-BE49-F238E27FC236}">
                    <a16:creationId xmlns:a16="http://schemas.microsoft.com/office/drawing/2014/main" id="{30463973-5819-4263-9B7B-E02A10754D05}"/>
                  </a:ext>
                </a:extLst>
              </p:cNvPr>
              <p:cNvGrpSpPr/>
              <p:nvPr userDrawn="1"/>
            </p:nvGrpSpPr>
            <p:grpSpPr>
              <a:xfrm>
                <a:off x="-376736" y="5269335"/>
                <a:ext cx="283685" cy="283685"/>
                <a:chOff x="-510741" y="5913713"/>
                <a:chExt cx="267555" cy="267555"/>
              </a:xfrm>
            </p:grpSpPr>
            <p:sp>
              <p:nvSpPr>
                <p:cNvPr id="95" name="Ovaal 94">
                  <a:extLst>
                    <a:ext uri="{FF2B5EF4-FFF2-40B4-BE49-F238E27FC236}">
                      <a16:creationId xmlns:a16="http://schemas.microsoft.com/office/drawing/2014/main" id="{E10DD3EB-E689-495E-B9D8-E3D94DA83DD7}"/>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96" name="Graphic 163" descr="Informatie">
                  <a:extLst>
                    <a:ext uri="{FF2B5EF4-FFF2-40B4-BE49-F238E27FC236}">
                      <a16:creationId xmlns:a16="http://schemas.microsoft.com/office/drawing/2014/main" id="{7EE336EE-0157-406C-BB4F-B9632A80B9BD}"/>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nl-NL" sz="2000" noProof="0">
                    <a:solidFill>
                      <a:srgbClr val="211F26"/>
                    </a:solidFill>
                    <a:latin typeface="Calibri" panose="020F0502020204030204" pitchFamily="34" charset="0"/>
                    <a:cs typeface="Calibri" panose="020F0502020204030204" pitchFamily="34" charset="0"/>
                  </a:endParaRPr>
                </a:p>
              </p:txBody>
            </p:sp>
          </p:grpSp>
        </p:grpSp>
        <p:grpSp>
          <p:nvGrpSpPr>
            <p:cNvPr id="70" name="INSTRUCTIE">
              <a:extLst>
                <a:ext uri="{FF2B5EF4-FFF2-40B4-BE49-F238E27FC236}">
                  <a16:creationId xmlns:a16="http://schemas.microsoft.com/office/drawing/2014/main" id="{3FE8834D-8107-496B-852C-A737EF4C6092}"/>
                </a:ext>
              </a:extLst>
            </p:cNvPr>
            <p:cNvGrpSpPr/>
            <p:nvPr userDrawn="1"/>
          </p:nvGrpSpPr>
          <p:grpSpPr>
            <a:xfrm>
              <a:off x="-3786165" y="1"/>
              <a:ext cx="3593091" cy="3570215"/>
              <a:chOff x="-3786165" y="1"/>
              <a:chExt cx="3593091" cy="3570215"/>
            </a:xfrm>
          </p:grpSpPr>
          <p:sp>
            <p:nvSpPr>
              <p:cNvPr id="71" name="Rechthoek 70">
                <a:extLst>
                  <a:ext uri="{FF2B5EF4-FFF2-40B4-BE49-F238E27FC236}">
                    <a16:creationId xmlns:a16="http://schemas.microsoft.com/office/drawing/2014/main" id="{DA78FC21-5B7D-47C6-82CF-2FC0AEDFEA55}"/>
                  </a:ext>
                </a:extLst>
              </p:cNvPr>
              <p:cNvSpPr/>
              <p:nvPr userDrawn="1"/>
            </p:nvSpPr>
            <p:spPr>
              <a:xfrm>
                <a:off x="-3786165" y="1"/>
                <a:ext cx="3593091" cy="3570215"/>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Grafiek invoegen/opmaken</a:t>
                </a:r>
              </a:p>
            </p:txBody>
          </p:sp>
          <p:sp>
            <p:nvSpPr>
              <p:cNvPr id="72" name="Ovaal 71">
                <a:extLst>
                  <a:ext uri="{FF2B5EF4-FFF2-40B4-BE49-F238E27FC236}">
                    <a16:creationId xmlns:a16="http://schemas.microsoft.com/office/drawing/2014/main" id="{4BDA4D97-6502-4A2A-9731-DA42254E227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73" name="Rechthoek 72">
                <a:extLst>
                  <a:ext uri="{FF2B5EF4-FFF2-40B4-BE49-F238E27FC236}">
                    <a16:creationId xmlns:a16="http://schemas.microsoft.com/office/drawing/2014/main" id="{E307DB95-8810-44B5-912E-D0F031E4BDB4}"/>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grafiek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grafiek in te voegen</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sp>
            <p:nvSpPr>
              <p:cNvPr id="74" name="Ovaal 73">
                <a:extLst>
                  <a:ext uri="{FF2B5EF4-FFF2-40B4-BE49-F238E27FC236}">
                    <a16:creationId xmlns:a16="http://schemas.microsoft.com/office/drawing/2014/main" id="{851693E7-38E2-48C7-8A6B-E71BAF04D111}"/>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75" name="Rechthoek 74">
                <a:extLst>
                  <a:ext uri="{FF2B5EF4-FFF2-40B4-BE49-F238E27FC236}">
                    <a16:creationId xmlns:a16="http://schemas.microsoft.com/office/drawing/2014/main" id="{0D5FDFF2-509D-4FDF-98DB-DD858AD4FAA5}"/>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grafiek</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76" name="Groep 75">
                <a:extLst>
                  <a:ext uri="{FF2B5EF4-FFF2-40B4-BE49-F238E27FC236}">
                    <a16:creationId xmlns:a16="http://schemas.microsoft.com/office/drawing/2014/main" id="{BEBACDE7-7EF5-4D2B-B51F-A1622AEA51D1}"/>
                  </a:ext>
                </a:extLst>
              </p:cNvPr>
              <p:cNvGrpSpPr/>
              <p:nvPr userDrawn="1"/>
            </p:nvGrpSpPr>
            <p:grpSpPr>
              <a:xfrm>
                <a:off x="-3311319" y="2164285"/>
                <a:ext cx="825500" cy="209550"/>
                <a:chOff x="13504624" y="2482850"/>
                <a:chExt cx="825500" cy="209550"/>
              </a:xfrm>
            </p:grpSpPr>
            <p:sp>
              <p:nvSpPr>
                <p:cNvPr id="86" name="Rechthoek 85">
                  <a:extLst>
                    <a:ext uri="{FF2B5EF4-FFF2-40B4-BE49-F238E27FC236}">
                      <a16:creationId xmlns:a16="http://schemas.microsoft.com/office/drawing/2014/main" id="{3E27B5F6-8F9D-472B-AE71-64F7EFE349B8}"/>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87" name="Rechte verbindingslijn 86">
                  <a:extLst>
                    <a:ext uri="{FF2B5EF4-FFF2-40B4-BE49-F238E27FC236}">
                      <a16:creationId xmlns:a16="http://schemas.microsoft.com/office/drawing/2014/main" id="{C04E2F86-C30C-45F7-BA9F-9F13EEA743A6}"/>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88" name="Gelijkbenige driehoek 87">
                  <a:extLst>
                    <a:ext uri="{FF2B5EF4-FFF2-40B4-BE49-F238E27FC236}">
                      <a16:creationId xmlns:a16="http://schemas.microsoft.com/office/drawing/2014/main" id="{AECCAE51-71CD-4A8B-9E1F-2F1720AC2AB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grpSp>
            <p:nvGrpSpPr>
              <p:cNvPr id="77" name="Groep 76">
                <a:extLst>
                  <a:ext uri="{FF2B5EF4-FFF2-40B4-BE49-F238E27FC236}">
                    <a16:creationId xmlns:a16="http://schemas.microsoft.com/office/drawing/2014/main" id="{F7E8558E-7ADF-4F3C-B421-D49622567934}"/>
                  </a:ext>
                </a:extLst>
              </p:cNvPr>
              <p:cNvGrpSpPr/>
              <p:nvPr userDrawn="1"/>
            </p:nvGrpSpPr>
            <p:grpSpPr>
              <a:xfrm>
                <a:off x="-3316599" y="1232480"/>
                <a:ext cx="289372" cy="314992"/>
                <a:chOff x="7322769" y="-310267"/>
                <a:chExt cx="289372" cy="314992"/>
              </a:xfrm>
            </p:grpSpPr>
            <p:sp>
              <p:nvSpPr>
                <p:cNvPr id="83" name="Rechthoek 82">
                  <a:extLst>
                    <a:ext uri="{FF2B5EF4-FFF2-40B4-BE49-F238E27FC236}">
                      <a16:creationId xmlns:a16="http://schemas.microsoft.com/office/drawing/2014/main" id="{B5FD9310-0535-40A2-8F22-23047F9A700F}"/>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84" name="Rechthoek 83">
                  <a:extLst>
                    <a:ext uri="{FF2B5EF4-FFF2-40B4-BE49-F238E27FC236}">
                      <a16:creationId xmlns:a16="http://schemas.microsoft.com/office/drawing/2014/main" id="{2070FF47-F887-47F6-8D28-35292E419008}"/>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sp>
              <p:nvSpPr>
                <p:cNvPr id="85" name="Rechthoek 84">
                  <a:extLst>
                    <a:ext uri="{FF2B5EF4-FFF2-40B4-BE49-F238E27FC236}">
                      <a16:creationId xmlns:a16="http://schemas.microsoft.com/office/drawing/2014/main" id="{34F269C9-E577-4823-A9F8-59BB3C1690D4}"/>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rgbClr val="211F26"/>
                    </a:solidFill>
                    <a:latin typeface="Calibri" panose="020F0502020204030204" pitchFamily="34" charset="0"/>
                    <a:cs typeface="Calibri" panose="020F0502020204030204" pitchFamily="34" charset="0"/>
                  </a:endParaRPr>
                </a:p>
              </p:txBody>
            </p:sp>
          </p:grpSp>
          <p:sp>
            <p:nvSpPr>
              <p:cNvPr id="78" name="Ovaal 77">
                <a:extLst>
                  <a:ext uri="{FF2B5EF4-FFF2-40B4-BE49-F238E27FC236}">
                    <a16:creationId xmlns:a16="http://schemas.microsoft.com/office/drawing/2014/main" id="{6033094D-6277-433C-A382-72A2B528D76F}"/>
                  </a:ext>
                </a:extLst>
              </p:cNvPr>
              <p:cNvSpPr/>
              <p:nvPr userDrawn="1"/>
            </p:nvSpPr>
            <p:spPr>
              <a:xfrm>
                <a:off x="-3603587" y="2555608"/>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79" name="Rechthoek 78">
                <a:extLst>
                  <a:ext uri="{FF2B5EF4-FFF2-40B4-BE49-F238E27FC236}">
                    <a16:creationId xmlns:a16="http://schemas.microsoft.com/office/drawing/2014/main" id="{5575D980-2F59-49C5-8FA8-B01EC9DAB3CF}"/>
                  </a:ext>
                </a:extLst>
              </p:cNvPr>
              <p:cNvSpPr/>
              <p:nvPr userDrawn="1"/>
            </p:nvSpPr>
            <p:spPr>
              <a:xfrm>
                <a:off x="-3319415" y="2555610"/>
                <a:ext cx="2944682" cy="47686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Verander de opmaak van de grafiek door onderdelen van de grafiek aan te klikken en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‘Opmaak’ </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te gaan. </a:t>
                </a:r>
              </a:p>
            </p:txBody>
          </p:sp>
          <p:grpSp>
            <p:nvGrpSpPr>
              <p:cNvPr id="80" name="Groep 79">
                <a:extLst>
                  <a:ext uri="{FF2B5EF4-FFF2-40B4-BE49-F238E27FC236}">
                    <a16:creationId xmlns:a16="http://schemas.microsoft.com/office/drawing/2014/main" id="{F5C2B810-68D2-4331-8191-524382DDCB44}"/>
                  </a:ext>
                </a:extLst>
              </p:cNvPr>
              <p:cNvGrpSpPr/>
              <p:nvPr userDrawn="1"/>
            </p:nvGrpSpPr>
            <p:grpSpPr>
              <a:xfrm>
                <a:off x="-3312582" y="3144513"/>
                <a:ext cx="576000" cy="246597"/>
                <a:chOff x="-3312582" y="1060763"/>
                <a:chExt cx="576000" cy="246597"/>
              </a:xfrm>
            </p:grpSpPr>
            <p:sp>
              <p:nvSpPr>
                <p:cNvPr id="81" name="Rechthoek 80">
                  <a:extLst>
                    <a:ext uri="{FF2B5EF4-FFF2-40B4-BE49-F238E27FC236}">
                      <a16:creationId xmlns:a16="http://schemas.microsoft.com/office/drawing/2014/main" id="{366A6260-10ED-4DC1-971F-7EA78E245B35}"/>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1050" b="1" noProof="0">
                      <a:solidFill>
                        <a:srgbClr val="B74629"/>
                      </a:solidFill>
                      <a:latin typeface="Calibri" panose="020F0502020204030204" pitchFamily="34" charset="0"/>
                      <a:cs typeface="Calibri" panose="020F0502020204030204" pitchFamily="34" charset="0"/>
                    </a:rPr>
                    <a:t>Opmaak</a:t>
                  </a:r>
                </a:p>
              </p:txBody>
            </p:sp>
            <p:sp>
              <p:nvSpPr>
                <p:cNvPr id="82" name="Rechthoek 81">
                  <a:extLst>
                    <a:ext uri="{FF2B5EF4-FFF2-40B4-BE49-F238E27FC236}">
                      <a16:creationId xmlns:a16="http://schemas.microsoft.com/office/drawing/2014/main" id="{4593C876-BF69-4D13-BF86-B6F4836C7570}"/>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sp>
        <p:nvSpPr>
          <p:cNvPr id="65" name="Tijdelijke aanduiding voor tabel 16">
            <a:extLst>
              <a:ext uri="{FF2B5EF4-FFF2-40B4-BE49-F238E27FC236}">
                <a16:creationId xmlns:a16="http://schemas.microsoft.com/office/drawing/2014/main" id="{3E859572-DFB8-4856-AFE7-CAB06FA95306}"/>
              </a:ext>
            </a:extLst>
          </p:cNvPr>
          <p:cNvSpPr>
            <a:spLocks noGrp="1"/>
          </p:cNvSpPr>
          <p:nvPr>
            <p:ph type="tbl" sz="quarter" idx="16" hasCustomPrompt="1"/>
          </p:nvPr>
        </p:nvSpPr>
        <p:spPr>
          <a:xfrm>
            <a:off x="515938" y="1784517"/>
            <a:ext cx="11160124" cy="4555958"/>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3" name="TextBox 2">
            <a:extLst>
              <a:ext uri="{FF2B5EF4-FFF2-40B4-BE49-F238E27FC236}">
                <a16:creationId xmlns:a16="http://schemas.microsoft.com/office/drawing/2014/main" id="{9AEF6879-A3AD-58DD-09C0-621DCEA1985B}"/>
              </a:ext>
            </a:extLst>
          </p:cNvPr>
          <p:cNvSpPr txBox="1"/>
          <p:nvPr userDrawn="1"/>
        </p:nvSpPr>
        <p:spPr>
          <a:xfrm>
            <a:off x="1381760" y="-244826"/>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US" sz="1600" err="1"/>
          </a:p>
        </p:txBody>
      </p:sp>
    </p:spTree>
    <p:extLst>
      <p:ext uri="{BB962C8B-B14F-4D97-AF65-F5344CB8AC3E}">
        <p14:creationId xmlns:p14="http://schemas.microsoft.com/office/powerpoint/2010/main" val="38047429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0 IMAGE + TEXT HORIZONTAL">
    <p:spTree>
      <p:nvGrpSpPr>
        <p:cNvPr id="1" name=""/>
        <p:cNvGrpSpPr/>
        <p:nvPr/>
      </p:nvGrpSpPr>
      <p:grpSpPr>
        <a:xfrm>
          <a:off x="0" y="0"/>
          <a:ext cx="0" cy="0"/>
          <a:chOff x="0" y="0"/>
          <a:chExt cx="0" cy="0"/>
        </a:xfrm>
      </p:grpSpPr>
      <p:sp>
        <p:nvSpPr>
          <p:cNvPr id="11" name="Tijdelijke aanduiding voor afbeelding 16">
            <a:extLst>
              <a:ext uri="{FF2B5EF4-FFF2-40B4-BE49-F238E27FC236}">
                <a16:creationId xmlns:a16="http://schemas.microsoft.com/office/drawing/2014/main" id="{2C26AAE2-9E04-4B1D-8D29-B24111007579}"/>
              </a:ext>
            </a:extLst>
          </p:cNvPr>
          <p:cNvSpPr>
            <a:spLocks noGrp="1"/>
          </p:cNvSpPr>
          <p:nvPr>
            <p:ph type="pic" sz="quarter" idx="13"/>
          </p:nvPr>
        </p:nvSpPr>
        <p:spPr>
          <a:xfrm>
            <a:off x="0" y="0"/>
            <a:ext cx="12192001" cy="3429000"/>
          </a:xfrm>
          <a:solidFill>
            <a:schemeClr val="bg1">
              <a:lumMod val="95000"/>
            </a:schemeClr>
          </a:solidFill>
        </p:spPr>
        <p:txBody>
          <a:bodyPr tIns="0" bIns="1080000" anchor="ctr" anchorCtr="0"/>
          <a:lstStyle>
            <a:lvl1pPr marL="0" indent="0" algn="ctr">
              <a:buNone/>
              <a:defRPr sz="1200" i="1">
                <a:solidFill>
                  <a:schemeClr val="bg1">
                    <a:lumMod val="50000"/>
                  </a:schemeClr>
                </a:solidFill>
              </a:defRPr>
            </a:lvl1pPr>
          </a:lstStyle>
          <a:p>
            <a:r>
              <a:rPr lang="nl-NL"/>
              <a:t>Click icon </a:t>
            </a:r>
            <a:r>
              <a:rPr lang="nl-NL" err="1"/>
              <a:t>to</a:t>
            </a:r>
            <a:r>
              <a:rPr lang="nl-NL"/>
              <a:t> </a:t>
            </a:r>
            <a:r>
              <a:rPr lang="nl-NL" err="1"/>
              <a:t>add</a:t>
            </a:r>
            <a:r>
              <a:rPr lang="nl-NL"/>
              <a:t> picture</a:t>
            </a:r>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515937" y="3778283"/>
            <a:ext cx="11160125" cy="874689"/>
          </a:xfrm>
        </p:spPr>
        <p:txBody>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4" name="Tijdelijke aanduiding voor datum 3">
            <a:extLst>
              <a:ext uri="{FF2B5EF4-FFF2-40B4-BE49-F238E27FC236}">
                <a16:creationId xmlns:a16="http://schemas.microsoft.com/office/drawing/2014/main" id="{DA9D5A26-B4B5-47D7-AE48-D5B9A7EF728E}"/>
              </a:ext>
            </a:extLst>
          </p:cNvPr>
          <p:cNvSpPr>
            <a:spLocks noGrp="1"/>
          </p:cNvSpPr>
          <p:nvPr>
            <p:ph type="dt" sz="half" idx="10"/>
          </p:nvPr>
        </p:nvSpPr>
        <p:spPr>
          <a:xfrm>
            <a:off x="8000383" y="7082809"/>
            <a:ext cx="2933400" cy="151790"/>
          </a:xfrm>
        </p:spPr>
        <p:txBody>
          <a:bodyPr/>
          <a:lstStyle/>
          <a:p>
            <a:fld id="{731CD031-FC28-41D7-9493-FCE2B056A56B}" type="datetime4">
              <a:rPr lang="nl-NL" noProof="0" smtClean="0"/>
              <a:t>16 oktober 2026</a:t>
            </a:fld>
            <a:endParaRPr lang="nl-NL" noProof="0"/>
          </a:p>
        </p:txBody>
      </p:sp>
      <p:sp>
        <p:nvSpPr>
          <p:cNvPr id="5" name="Tijdelijke aanduiding voor voettekst 4">
            <a:extLst>
              <a:ext uri="{FF2B5EF4-FFF2-40B4-BE49-F238E27FC236}">
                <a16:creationId xmlns:a16="http://schemas.microsoft.com/office/drawing/2014/main" id="{AA864317-6C6E-4970-8602-A0B2E6A8B1F6}"/>
              </a:ext>
            </a:extLst>
          </p:cNvPr>
          <p:cNvSpPr>
            <a:spLocks noGrp="1"/>
          </p:cNvSpPr>
          <p:nvPr>
            <p:ph type="ftr" sz="quarter" idx="11"/>
          </p:nvPr>
        </p:nvSpPr>
        <p:spPr>
          <a:xfrm>
            <a:off x="720000" y="7082809"/>
            <a:ext cx="4114800" cy="151790"/>
          </a:xfrm>
        </p:spPr>
        <p:txBody>
          <a:bodyPr/>
          <a:lstStyle/>
          <a:p>
            <a:endParaRPr lang="nl-NL" noProof="0"/>
          </a:p>
        </p:txBody>
      </p:sp>
      <p:sp>
        <p:nvSpPr>
          <p:cNvPr id="6" name="Tijdelijke aanduiding voor dianummer 5">
            <a:extLst>
              <a:ext uri="{FF2B5EF4-FFF2-40B4-BE49-F238E27FC236}">
                <a16:creationId xmlns:a16="http://schemas.microsoft.com/office/drawing/2014/main" id="{6E939907-F15D-4115-88E8-76C634F9F890}"/>
              </a:ext>
            </a:extLst>
          </p:cNvPr>
          <p:cNvSpPr>
            <a:spLocks noGrp="1"/>
          </p:cNvSpPr>
          <p:nvPr>
            <p:ph type="sldNum" sz="quarter" idx="12"/>
          </p:nvPr>
        </p:nvSpPr>
        <p:spPr>
          <a:xfrm>
            <a:off x="11187403" y="7082809"/>
            <a:ext cx="284597" cy="151790"/>
          </a:xfrm>
        </p:spPr>
        <p:txBody>
          <a:bodyPr/>
          <a:lstStyle/>
          <a:p>
            <a:fld id="{D7B5DC5B-6873-43DB-ADC7-B15ACCE0DFDB}" type="slidenum">
              <a:rPr lang="nl-NL" noProof="0" smtClean="0"/>
              <a:t>‹#›</a:t>
            </a:fld>
            <a:endParaRPr lang="nl-NL" noProof="0"/>
          </a:p>
        </p:txBody>
      </p:sp>
      <p:sp>
        <p:nvSpPr>
          <p:cNvPr id="7" name="Rechthoek: afgeronde hoeken 6">
            <a:extLst>
              <a:ext uri="{FF2B5EF4-FFF2-40B4-BE49-F238E27FC236}">
                <a16:creationId xmlns:a16="http://schemas.microsoft.com/office/drawing/2014/main" id="{5682581D-A08E-4726-919C-43E290CAC50C}"/>
              </a:ext>
            </a:extLst>
          </p:cNvPr>
          <p:cNvSpPr/>
          <p:nvPr userDrawn="1"/>
        </p:nvSpPr>
        <p:spPr>
          <a:xfrm>
            <a:off x="0" y="-429492"/>
            <a:ext cx="5233484" cy="369332"/>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2400" b="1" cap="all" baseline="0" noProof="0">
                <a:solidFill>
                  <a:schemeClr val="accent2"/>
                </a:solidFill>
                <a:latin typeface="+mj-lt"/>
              </a:rPr>
              <a:t>50% image - </a:t>
            </a:r>
            <a:r>
              <a:rPr lang="nl-NL" sz="2400" b="1" cap="all" baseline="0" noProof="0" err="1">
                <a:solidFill>
                  <a:schemeClr val="accent2"/>
                </a:solidFill>
                <a:latin typeface="+mj-lt"/>
              </a:rPr>
              <a:t>text</a:t>
            </a:r>
            <a:r>
              <a:rPr lang="nl-NL" sz="2400" b="1" cap="all" baseline="0" noProof="0">
                <a:solidFill>
                  <a:schemeClr val="accent2"/>
                </a:solidFill>
                <a:latin typeface="+mj-lt"/>
              </a:rPr>
              <a:t> (</a:t>
            </a:r>
            <a:r>
              <a:rPr lang="nl-NL" sz="2400" b="1" cap="all" baseline="0" noProof="0" err="1">
                <a:solidFill>
                  <a:schemeClr val="accent2"/>
                </a:solidFill>
                <a:latin typeface="+mj-lt"/>
              </a:rPr>
              <a:t>horizontal</a:t>
            </a:r>
            <a:r>
              <a:rPr lang="nl-NL" sz="2400" b="1" cap="all" baseline="0" noProof="0">
                <a:solidFill>
                  <a:schemeClr val="accent2"/>
                </a:solidFill>
                <a:latin typeface="+mj-lt"/>
              </a:rPr>
              <a:t>)</a:t>
            </a:r>
          </a:p>
        </p:txBody>
      </p:sp>
      <p:sp>
        <p:nvSpPr>
          <p:cNvPr id="10" name="Tijdelijke aanduiding voor verticale tekst 2">
            <a:extLst>
              <a:ext uri="{FF2B5EF4-FFF2-40B4-BE49-F238E27FC236}">
                <a16:creationId xmlns:a16="http://schemas.microsoft.com/office/drawing/2014/main" id="{2385E53E-BBEF-4C9A-9E57-4CDDADCF931B}"/>
              </a:ext>
            </a:extLst>
          </p:cNvPr>
          <p:cNvSpPr>
            <a:spLocks noGrp="1"/>
          </p:cNvSpPr>
          <p:nvPr>
            <p:ph type="body" orient="vert" idx="1" hasCustomPrompt="1"/>
          </p:nvPr>
        </p:nvSpPr>
        <p:spPr>
          <a:xfrm>
            <a:off x="515938" y="5007304"/>
            <a:ext cx="11160124" cy="1128713"/>
          </a:xfrm>
        </p:spPr>
        <p:txBody>
          <a:bodyPr vert="horz" numCol="2" spcCol="180000"/>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Reading </a:t>
            </a:r>
            <a:r>
              <a:rPr lang="nl-NL" noProof="0" dirty="0" err="1"/>
              <a:t>text</a:t>
            </a:r>
            <a:endParaRPr lang="nl-NL" noProof="0" dirty="0"/>
          </a:p>
          <a:p>
            <a:pPr lvl="4"/>
            <a:r>
              <a:rPr lang="nl-NL" noProof="0" dirty="0" err="1"/>
              <a:t>Heading</a:t>
            </a:r>
            <a:r>
              <a:rPr lang="nl-NL" noProof="0" dirty="0"/>
              <a:t> #1</a:t>
            </a:r>
          </a:p>
          <a:p>
            <a:pPr lvl="5"/>
            <a:r>
              <a:rPr lang="nl-NL" noProof="0" dirty="0" err="1"/>
              <a:t>heading</a:t>
            </a:r>
            <a:r>
              <a:rPr lang="nl-NL" noProof="0" dirty="0"/>
              <a:t> #2</a:t>
            </a:r>
          </a:p>
        </p:txBody>
      </p:sp>
      <p:grpSp>
        <p:nvGrpSpPr>
          <p:cNvPr id="12" name="INSTRUCTIE">
            <a:extLst>
              <a:ext uri="{FF2B5EF4-FFF2-40B4-BE49-F238E27FC236}">
                <a16:creationId xmlns:a16="http://schemas.microsoft.com/office/drawing/2014/main" id="{A6A01F48-22A8-46D9-BB60-296185B5EC3E}"/>
              </a:ext>
            </a:extLst>
          </p:cNvPr>
          <p:cNvGrpSpPr/>
          <p:nvPr userDrawn="1"/>
        </p:nvGrpSpPr>
        <p:grpSpPr>
          <a:xfrm>
            <a:off x="-3786437" y="0"/>
            <a:ext cx="3693386" cy="5359349"/>
            <a:chOff x="-3786437" y="0"/>
            <a:chExt cx="3693386" cy="5359349"/>
          </a:xfrm>
        </p:grpSpPr>
        <p:sp>
          <p:nvSpPr>
            <p:cNvPr id="13" name="Rechthoek 12">
              <a:extLst>
                <a:ext uri="{FF2B5EF4-FFF2-40B4-BE49-F238E27FC236}">
                  <a16:creationId xmlns:a16="http://schemas.microsoft.com/office/drawing/2014/main" id="{54653F47-A192-409F-9748-3B6CF56F5024}"/>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Tekstniveaus kiezen</a:t>
              </a:r>
            </a:p>
          </p:txBody>
        </p:sp>
        <p:sp>
          <p:nvSpPr>
            <p:cNvPr id="14" name="Ovaal 13">
              <a:extLst>
                <a:ext uri="{FF2B5EF4-FFF2-40B4-BE49-F238E27FC236}">
                  <a16:creationId xmlns:a16="http://schemas.microsoft.com/office/drawing/2014/main" id="{6EE483A7-1855-4D7B-B90D-52BC5F548C6D}"/>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807FE15D-31A4-4760-8AE2-35698AAF021E}"/>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16" name="Ovaal 15">
              <a:extLst>
                <a:ext uri="{FF2B5EF4-FFF2-40B4-BE49-F238E27FC236}">
                  <a16:creationId xmlns:a16="http://schemas.microsoft.com/office/drawing/2014/main" id="{3F689252-2E5A-45A6-95FD-9BECCB8DE429}"/>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 name="Rechthoek 16">
              <a:extLst>
                <a:ext uri="{FF2B5EF4-FFF2-40B4-BE49-F238E27FC236}">
                  <a16:creationId xmlns:a16="http://schemas.microsoft.com/office/drawing/2014/main" id="{AF72EB45-D609-4280-8A57-2AD423A6D747}"/>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Gebruik onder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‘Start’</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lijstniveau-knoppen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om een tekst niveau te kiezen. </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Kies uit:</a:t>
              </a:r>
            </a:p>
          </p:txBody>
        </p:sp>
        <p:sp>
          <p:nvSpPr>
            <p:cNvPr id="18" name="Rechthoek 17">
              <a:extLst>
                <a:ext uri="{FF2B5EF4-FFF2-40B4-BE49-F238E27FC236}">
                  <a16:creationId xmlns:a16="http://schemas.microsoft.com/office/drawing/2014/main" id="{CF717158-F134-49D0-A3E9-289F86F8DCEE}"/>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#1</a:t>
              </a:r>
            </a:p>
          </p:txBody>
        </p:sp>
        <p:sp>
          <p:nvSpPr>
            <p:cNvPr id="19" name="Ovaal 18">
              <a:extLst>
                <a:ext uri="{FF2B5EF4-FFF2-40B4-BE49-F238E27FC236}">
                  <a16:creationId xmlns:a16="http://schemas.microsoft.com/office/drawing/2014/main" id="{6B9D1AF5-F23F-4563-A75A-9C8484EF0581}"/>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0" name="Rechthoek 19">
              <a:extLst>
                <a:ext uri="{FF2B5EF4-FFF2-40B4-BE49-F238E27FC236}">
                  <a16:creationId xmlns:a16="http://schemas.microsoft.com/office/drawing/2014/main" id="{4873520F-395B-45DF-9602-95E134EDBC1B}"/>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 #2</a:t>
              </a:r>
            </a:p>
          </p:txBody>
        </p:sp>
        <p:sp>
          <p:nvSpPr>
            <p:cNvPr id="21" name="Ovaal 20">
              <a:extLst>
                <a:ext uri="{FF2B5EF4-FFF2-40B4-BE49-F238E27FC236}">
                  <a16:creationId xmlns:a16="http://schemas.microsoft.com/office/drawing/2014/main" id="{9EAE3A2F-8A56-470B-955D-E43C0C7BFA2A}"/>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2" name="Rechthoek 21">
              <a:extLst>
                <a:ext uri="{FF2B5EF4-FFF2-40B4-BE49-F238E27FC236}">
                  <a16:creationId xmlns:a16="http://schemas.microsoft.com/office/drawing/2014/main" id="{A47CA680-F93D-4DC1-A5DD-125256771E8B}"/>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Leestekst</a:t>
              </a:r>
            </a:p>
          </p:txBody>
        </p:sp>
        <p:sp>
          <p:nvSpPr>
            <p:cNvPr id="23" name="Ovaal 22">
              <a:extLst>
                <a:ext uri="{FF2B5EF4-FFF2-40B4-BE49-F238E27FC236}">
                  <a16:creationId xmlns:a16="http://schemas.microsoft.com/office/drawing/2014/main" id="{DC6BEF87-9AD1-4437-938B-D9A53915AB90}"/>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4" name="Rechthoek 23">
              <a:extLst>
                <a:ext uri="{FF2B5EF4-FFF2-40B4-BE49-F238E27FC236}">
                  <a16:creationId xmlns:a16="http://schemas.microsoft.com/office/drawing/2014/main" id="{5768293D-1D7D-48F6-BFF0-82AFC4329027}"/>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400" b="1"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Kop #1</a:t>
              </a:r>
            </a:p>
          </p:txBody>
        </p:sp>
        <p:sp>
          <p:nvSpPr>
            <p:cNvPr id="25" name="Ovaal 24">
              <a:extLst>
                <a:ext uri="{FF2B5EF4-FFF2-40B4-BE49-F238E27FC236}">
                  <a16:creationId xmlns:a16="http://schemas.microsoft.com/office/drawing/2014/main" id="{804187FC-D120-4C6A-9E3C-57980E3DE965}"/>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6" name="Rechthoek 25">
              <a:extLst>
                <a:ext uri="{FF2B5EF4-FFF2-40B4-BE49-F238E27FC236}">
                  <a16:creationId xmlns:a16="http://schemas.microsoft.com/office/drawing/2014/main" id="{030E5679-FE83-4F09-8D74-4C2D3BE85602}"/>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Numerieke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7" name="Ovaal 26">
              <a:extLst>
                <a:ext uri="{FF2B5EF4-FFF2-40B4-BE49-F238E27FC236}">
                  <a16:creationId xmlns:a16="http://schemas.microsoft.com/office/drawing/2014/main" id="{8CF81E9B-8CCB-404D-91CF-AC3EF26A843A}"/>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8" name="Rechthoek 27">
              <a:extLst>
                <a:ext uri="{FF2B5EF4-FFF2-40B4-BE49-F238E27FC236}">
                  <a16:creationId xmlns:a16="http://schemas.microsoft.com/office/drawing/2014/main" id="{8721B581-ADF7-4899-99C5-DAADECAC8504}"/>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lphaUcPeriod"/>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Alfabetische </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9" name="Ovaal 28">
              <a:extLst>
                <a:ext uri="{FF2B5EF4-FFF2-40B4-BE49-F238E27FC236}">
                  <a16:creationId xmlns:a16="http://schemas.microsoft.com/office/drawing/2014/main" id="{A0B9AAC5-2FBA-4AB1-8996-5D90DAFF4FE0}"/>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8</a:t>
              </a:r>
            </a:p>
          </p:txBody>
        </p:sp>
        <p:sp>
          <p:nvSpPr>
            <p:cNvPr id="30" name="Rechthoek 29">
              <a:extLst>
                <a:ext uri="{FF2B5EF4-FFF2-40B4-BE49-F238E27FC236}">
                  <a16:creationId xmlns:a16="http://schemas.microsoft.com/office/drawing/2014/main" id="{EFDD03EC-A90A-42E4-9EC1-8441C45C2EBB}"/>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450850" marR="0" lvl="0" indent="-184150" defTabSz="914400" eaLnBrk="1" fontAlgn="auto" latinLnBrk="0" hangingPunct="1">
                <a:lnSpc>
                  <a:spcPct val="100000"/>
                </a:lnSpc>
                <a:spcBef>
                  <a:spcPts val="600"/>
                </a:spcBef>
                <a:spcAft>
                  <a:spcPts val="600"/>
                </a:spcAft>
                <a:buClr>
                  <a:schemeClr val="tx1"/>
                </a:buClr>
                <a:buSzTx/>
                <a:buFont typeface="Arial" panose="020B0604020202020204" pitchFamily="34" charset="0"/>
                <a:buChar char="•"/>
                <a:tabLst/>
                <a:defRPr/>
              </a:pPr>
              <a:r>
                <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Sub-</a:t>
              </a:r>
              <a:r>
                <a:rPr kumimoji="0" lang="nl-NL" sz="1200" b="0" i="0" u="none" strike="noStrike" kern="0" cap="none" spc="0" normalizeH="0" baseline="0" noProof="0" err="1">
                  <a:ln>
                    <a:noFill/>
                  </a:ln>
                  <a:solidFill>
                    <a:schemeClr val="tx1"/>
                  </a:solidFill>
                  <a:effectLst/>
                  <a:uLnTx/>
                  <a:uFillTx/>
                  <a:latin typeface="Calibri" panose="020F0502020204030204" pitchFamily="34" charset="0"/>
                  <a:cs typeface="Calibri" panose="020F0502020204030204" pitchFamily="34" charset="0"/>
                </a:rPr>
                <a:t>bullet</a:t>
              </a:r>
              <a:endParaRPr kumimoji="0" lang="nl-NL" sz="12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1" name="Ovaal 30">
              <a:extLst>
                <a:ext uri="{FF2B5EF4-FFF2-40B4-BE49-F238E27FC236}">
                  <a16:creationId xmlns:a16="http://schemas.microsoft.com/office/drawing/2014/main" id="{6BA5C1F0-F93A-40F2-BD4A-42FF3B17C573}"/>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2" name="Rechthoek 31">
              <a:extLst>
                <a:ext uri="{FF2B5EF4-FFF2-40B4-BE49-F238E27FC236}">
                  <a16:creationId xmlns:a16="http://schemas.microsoft.com/office/drawing/2014/main" id="{0530CBC4-1455-4824-BF8D-E0AFDE79583D}"/>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nl-NL" sz="1600" b="1" i="0" u="none" strike="noStrike" kern="0" cap="all" spc="0" normalizeH="0" baseline="0" noProof="0">
                  <a:ln>
                    <a:noFill/>
                  </a:ln>
                  <a:solidFill>
                    <a:schemeClr val="tx1"/>
                  </a:solidFill>
                  <a:effectLst/>
                  <a:uLnTx/>
                  <a:uFillTx/>
                  <a:latin typeface="Calibri" panose="020F0502020204030204" pitchFamily="34" charset="0"/>
                  <a:cs typeface="Calibri" panose="020F0502020204030204" pitchFamily="34" charset="0"/>
                </a:rPr>
                <a:t>Kop #2</a:t>
              </a:r>
            </a:p>
          </p:txBody>
        </p:sp>
        <p:sp>
          <p:nvSpPr>
            <p:cNvPr id="33" name="Rechthoek 32">
              <a:extLst>
                <a:ext uri="{FF2B5EF4-FFF2-40B4-BE49-F238E27FC236}">
                  <a16:creationId xmlns:a16="http://schemas.microsoft.com/office/drawing/2014/main" id="{B27843EF-B8EE-408E-8222-CD988A51F713}"/>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grpSp>
          <p:nvGrpSpPr>
            <p:cNvPr id="34" name="ICOON_info">
              <a:extLst>
                <a:ext uri="{FF2B5EF4-FFF2-40B4-BE49-F238E27FC236}">
                  <a16:creationId xmlns:a16="http://schemas.microsoft.com/office/drawing/2014/main" id="{121A6951-1B66-4D36-AFFC-F91072F818F1}"/>
                </a:ext>
              </a:extLst>
            </p:cNvPr>
            <p:cNvGrpSpPr/>
            <p:nvPr userDrawn="1"/>
          </p:nvGrpSpPr>
          <p:grpSpPr>
            <a:xfrm>
              <a:off x="-376736" y="4400186"/>
              <a:ext cx="283685" cy="283685"/>
              <a:chOff x="-510741" y="5913713"/>
              <a:chExt cx="267555" cy="267555"/>
            </a:xfrm>
          </p:grpSpPr>
          <p:sp>
            <p:nvSpPr>
              <p:cNvPr id="76" name="Ovaal 75">
                <a:extLst>
                  <a:ext uri="{FF2B5EF4-FFF2-40B4-BE49-F238E27FC236}">
                    <a16:creationId xmlns:a16="http://schemas.microsoft.com/office/drawing/2014/main" id="{68260434-5C4F-4F41-AEF0-D9DF9E93DD41}"/>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77" name="Graphic 163" descr="Informatie">
                <a:extLst>
                  <a:ext uri="{FF2B5EF4-FFF2-40B4-BE49-F238E27FC236}">
                    <a16:creationId xmlns:a16="http://schemas.microsoft.com/office/drawing/2014/main" id="{8354AC0A-E340-4E7A-808F-24C0C1F29BFD}"/>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nvGrpSpPr>
            <p:cNvPr id="35" name="VOORBEELD">
              <a:extLst>
                <a:ext uri="{FF2B5EF4-FFF2-40B4-BE49-F238E27FC236}">
                  <a16:creationId xmlns:a16="http://schemas.microsoft.com/office/drawing/2014/main" id="{C847F201-0497-4068-9879-2D8DCCA4B11D}"/>
                </a:ext>
              </a:extLst>
            </p:cNvPr>
            <p:cNvGrpSpPr/>
            <p:nvPr userDrawn="1"/>
          </p:nvGrpSpPr>
          <p:grpSpPr>
            <a:xfrm>
              <a:off x="-3605171" y="458674"/>
              <a:ext cx="3234311" cy="558875"/>
              <a:chOff x="-3605171" y="458674"/>
              <a:chExt cx="3234311" cy="558875"/>
            </a:xfrm>
          </p:grpSpPr>
          <p:sp>
            <p:nvSpPr>
              <p:cNvPr id="36" name="Rechthoek 35">
                <a:extLst>
                  <a:ext uri="{FF2B5EF4-FFF2-40B4-BE49-F238E27FC236}">
                    <a16:creationId xmlns:a16="http://schemas.microsoft.com/office/drawing/2014/main" id="{AB2DB74A-BF6C-45FA-97FB-AABD1891B7DA}"/>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rgbClr val="211F26"/>
                    </a:solidFill>
                    <a:latin typeface="Calibri" panose="020F0502020204030204" pitchFamily="34" charset="0"/>
                    <a:cs typeface="Calibri" panose="020F0502020204030204" pitchFamily="34" charset="0"/>
                  </a:rPr>
                  <a:t>Start</a:t>
                </a:r>
              </a:p>
            </p:txBody>
          </p:sp>
          <p:sp>
            <p:nvSpPr>
              <p:cNvPr id="37" name="Rechthoek 36">
                <a:extLst>
                  <a:ext uri="{FF2B5EF4-FFF2-40B4-BE49-F238E27FC236}">
                    <a16:creationId xmlns:a16="http://schemas.microsoft.com/office/drawing/2014/main" id="{B821667B-D317-4B70-90D9-FAF1E9A5DC48}"/>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70D1A14B-A8D0-4056-A547-94009A1C0BAC}"/>
                  </a:ext>
                </a:extLst>
              </p:cNvPr>
              <p:cNvGrpSpPr/>
              <p:nvPr userDrawn="1"/>
            </p:nvGrpSpPr>
            <p:grpSpPr>
              <a:xfrm>
                <a:off x="-3386247" y="830871"/>
                <a:ext cx="139423" cy="109566"/>
                <a:chOff x="-2866744" y="827071"/>
                <a:chExt cx="168701" cy="132575"/>
              </a:xfrm>
            </p:grpSpPr>
            <p:grpSp>
              <p:nvGrpSpPr>
                <p:cNvPr id="69" name="Groep 68">
                  <a:extLst>
                    <a:ext uri="{FF2B5EF4-FFF2-40B4-BE49-F238E27FC236}">
                      <a16:creationId xmlns:a16="http://schemas.microsoft.com/office/drawing/2014/main" id="{D9C78D9F-BE00-4DDB-9500-1507F7332F74}"/>
                    </a:ext>
                  </a:extLst>
                </p:cNvPr>
                <p:cNvGrpSpPr/>
                <p:nvPr userDrawn="1"/>
              </p:nvGrpSpPr>
              <p:grpSpPr>
                <a:xfrm>
                  <a:off x="-2866744" y="827071"/>
                  <a:ext cx="168701" cy="132575"/>
                  <a:chOff x="-2866744" y="827071"/>
                  <a:chExt cx="168701" cy="132575"/>
                </a:xfrm>
              </p:grpSpPr>
              <p:cxnSp>
                <p:nvCxnSpPr>
                  <p:cNvPr id="71" name="Rechte verbindingslijn 70">
                    <a:extLst>
                      <a:ext uri="{FF2B5EF4-FFF2-40B4-BE49-F238E27FC236}">
                        <a16:creationId xmlns:a16="http://schemas.microsoft.com/office/drawing/2014/main" id="{D26365CC-5EDB-4F76-9E5B-787E5AB073F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716108AA-F41A-477F-A66B-63B94C39F75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9C85B420-FCFA-4E46-B2E2-64506CB92309}"/>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2C60C303-504A-4A40-9475-A32EA946C0D3}"/>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7E58F87B-B733-4FCC-AC78-6C672A2DCFA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0" name="Pijl: rechts 69">
                  <a:extLst>
                    <a:ext uri="{FF2B5EF4-FFF2-40B4-BE49-F238E27FC236}">
                      <a16:creationId xmlns:a16="http://schemas.microsoft.com/office/drawing/2014/main" id="{88D8FD70-3234-47D0-B975-FB760D20A799}"/>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32DEB3FD-87FF-4C08-BF92-B63D649808AD}"/>
                  </a:ext>
                </a:extLst>
              </p:cNvPr>
              <p:cNvGrpSpPr/>
              <p:nvPr userDrawn="1"/>
            </p:nvGrpSpPr>
            <p:grpSpPr>
              <a:xfrm>
                <a:off x="-3605171" y="830871"/>
                <a:ext cx="139423" cy="109566"/>
                <a:chOff x="-2866744" y="518074"/>
                <a:chExt cx="168701" cy="132575"/>
              </a:xfrm>
            </p:grpSpPr>
            <p:grpSp>
              <p:nvGrpSpPr>
                <p:cNvPr id="62" name="Groep 61">
                  <a:extLst>
                    <a:ext uri="{FF2B5EF4-FFF2-40B4-BE49-F238E27FC236}">
                      <a16:creationId xmlns:a16="http://schemas.microsoft.com/office/drawing/2014/main" id="{028ED0B2-1F98-426F-B463-16F88A35B52A}"/>
                    </a:ext>
                  </a:extLst>
                </p:cNvPr>
                <p:cNvGrpSpPr/>
                <p:nvPr userDrawn="1"/>
              </p:nvGrpSpPr>
              <p:grpSpPr>
                <a:xfrm>
                  <a:off x="-2866744" y="518074"/>
                  <a:ext cx="168701" cy="132575"/>
                  <a:chOff x="-2866744" y="518074"/>
                  <a:chExt cx="168701" cy="132575"/>
                </a:xfrm>
              </p:grpSpPr>
              <p:cxnSp>
                <p:nvCxnSpPr>
                  <p:cNvPr id="64" name="Rechte verbindingslijn 63">
                    <a:extLst>
                      <a:ext uri="{FF2B5EF4-FFF2-40B4-BE49-F238E27FC236}">
                        <a16:creationId xmlns:a16="http://schemas.microsoft.com/office/drawing/2014/main" id="{ED9AF3E5-4E7E-44EF-9F83-4F39ED132307}"/>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72150A66-073F-4384-AAB0-1148DFC2A34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558C3485-D33A-4167-8BCF-14241A87AA3D}"/>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397684BA-83FC-45C1-8749-2388D90066FA}"/>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8DFBECEA-DF00-422A-8CEB-5FDBA368185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3" name="Pijl: rechts 62">
                  <a:extLst>
                    <a:ext uri="{FF2B5EF4-FFF2-40B4-BE49-F238E27FC236}">
                      <a16:creationId xmlns:a16="http://schemas.microsoft.com/office/drawing/2014/main" id="{52C950B8-72CC-41BC-8370-D348C1EA0B3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cxnSp>
            <p:nvCxnSpPr>
              <p:cNvPr id="40" name="Rechte verbindingslijn 39">
                <a:extLst>
                  <a:ext uri="{FF2B5EF4-FFF2-40B4-BE49-F238E27FC236}">
                    <a16:creationId xmlns:a16="http://schemas.microsoft.com/office/drawing/2014/main" id="{A42380C2-1C3A-483A-B719-D0AB60922A98}"/>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1" name="Rechte verbindingslijn 40">
                <a:extLst>
                  <a:ext uri="{FF2B5EF4-FFF2-40B4-BE49-F238E27FC236}">
                    <a16:creationId xmlns:a16="http://schemas.microsoft.com/office/drawing/2014/main" id="{309BFFD5-4860-419E-A9DC-C385236240BE}"/>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2" name="Rechthoek 41">
                <a:extLst>
                  <a:ext uri="{FF2B5EF4-FFF2-40B4-BE49-F238E27FC236}">
                    <a16:creationId xmlns:a16="http://schemas.microsoft.com/office/drawing/2014/main" id="{B5C45887-816C-4062-B8D7-7EBBF404A67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omhoog</a:t>
                </a:r>
              </a:p>
            </p:txBody>
          </p:sp>
          <p:sp>
            <p:nvSpPr>
              <p:cNvPr id="43" name="Rechthoek 42">
                <a:extLst>
                  <a:ext uri="{FF2B5EF4-FFF2-40B4-BE49-F238E27FC236}">
                    <a16:creationId xmlns:a16="http://schemas.microsoft.com/office/drawing/2014/main" id="{3E180924-58C7-4700-9558-2317F7822EFA}"/>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Tekstniveau omlaag</a:t>
                </a:r>
              </a:p>
            </p:txBody>
          </p:sp>
          <p:grpSp>
            <p:nvGrpSpPr>
              <p:cNvPr id="44" name="Groep 43">
                <a:extLst>
                  <a:ext uri="{FF2B5EF4-FFF2-40B4-BE49-F238E27FC236}">
                    <a16:creationId xmlns:a16="http://schemas.microsoft.com/office/drawing/2014/main" id="{59308B3A-4114-4FC8-876A-1B7F7AA54B70}"/>
                  </a:ext>
                </a:extLst>
              </p:cNvPr>
              <p:cNvGrpSpPr/>
              <p:nvPr userDrawn="1"/>
            </p:nvGrpSpPr>
            <p:grpSpPr>
              <a:xfrm>
                <a:off x="-2916763" y="769168"/>
                <a:ext cx="268738" cy="248381"/>
                <a:chOff x="-2916763" y="769168"/>
                <a:chExt cx="268738" cy="248381"/>
              </a:xfrm>
            </p:grpSpPr>
            <p:sp>
              <p:nvSpPr>
                <p:cNvPr id="54" name="Rechthoek 53">
                  <a:extLst>
                    <a:ext uri="{FF2B5EF4-FFF2-40B4-BE49-F238E27FC236}">
                      <a16:creationId xmlns:a16="http://schemas.microsoft.com/office/drawing/2014/main" id="{F34730E4-0228-4337-BD4E-9A312F470D9C}"/>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55" name="Groep 54">
                  <a:extLst>
                    <a:ext uri="{FF2B5EF4-FFF2-40B4-BE49-F238E27FC236}">
                      <a16:creationId xmlns:a16="http://schemas.microsoft.com/office/drawing/2014/main" id="{EB04F2F4-325B-4ABC-9647-50E37C20DE66}"/>
                    </a:ext>
                  </a:extLst>
                </p:cNvPr>
                <p:cNvGrpSpPr/>
                <p:nvPr userDrawn="1"/>
              </p:nvGrpSpPr>
              <p:grpSpPr>
                <a:xfrm>
                  <a:off x="-2866744" y="827071"/>
                  <a:ext cx="168701" cy="132575"/>
                  <a:chOff x="-2866744" y="827071"/>
                  <a:chExt cx="168701" cy="132575"/>
                </a:xfrm>
              </p:grpSpPr>
              <p:cxnSp>
                <p:nvCxnSpPr>
                  <p:cNvPr id="57" name="Rechte verbindingslijn 56">
                    <a:extLst>
                      <a:ext uri="{FF2B5EF4-FFF2-40B4-BE49-F238E27FC236}">
                        <a16:creationId xmlns:a16="http://schemas.microsoft.com/office/drawing/2014/main" id="{EC4405CC-73A6-4CCE-A55A-ACCAEEAADBD9}"/>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94A041B8-0CB7-4337-9046-A5A8B18078CB}"/>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9C07CF37-8824-44D3-B03B-B50D47029B4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F63D55D6-949D-4528-BBE3-3CAB8BD6ABA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B4DC4009-4364-4069-8364-6EA1B066D2B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6" name="Pijl: rechts 55">
                  <a:extLst>
                    <a:ext uri="{FF2B5EF4-FFF2-40B4-BE49-F238E27FC236}">
                      <a16:creationId xmlns:a16="http://schemas.microsoft.com/office/drawing/2014/main" id="{BD8C8505-3A5A-40AD-85B7-4D0DEE5EBB90}"/>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45" name="Groep 44">
                <a:extLst>
                  <a:ext uri="{FF2B5EF4-FFF2-40B4-BE49-F238E27FC236}">
                    <a16:creationId xmlns:a16="http://schemas.microsoft.com/office/drawing/2014/main" id="{AA29B2C5-E0BB-4AFB-BC4E-DD7095C837B3}"/>
                  </a:ext>
                </a:extLst>
              </p:cNvPr>
              <p:cNvGrpSpPr/>
              <p:nvPr userDrawn="1"/>
            </p:nvGrpSpPr>
            <p:grpSpPr>
              <a:xfrm>
                <a:off x="-2916763" y="460171"/>
                <a:ext cx="268738" cy="248381"/>
                <a:chOff x="-2916763" y="460171"/>
                <a:chExt cx="268738" cy="248381"/>
              </a:xfrm>
            </p:grpSpPr>
            <p:sp>
              <p:nvSpPr>
                <p:cNvPr id="46" name="Rechthoek 45">
                  <a:extLst>
                    <a:ext uri="{FF2B5EF4-FFF2-40B4-BE49-F238E27FC236}">
                      <a16:creationId xmlns:a16="http://schemas.microsoft.com/office/drawing/2014/main" id="{B942738C-4800-4499-9A2E-6417B096F664}"/>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rgbClr val="211F26"/>
                    </a:solidFill>
                    <a:latin typeface="Calibri" panose="020F050202020403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3D7375BB-B667-43EA-AE65-F3607F35EAAB}"/>
                    </a:ext>
                  </a:extLst>
                </p:cNvPr>
                <p:cNvGrpSpPr/>
                <p:nvPr userDrawn="1"/>
              </p:nvGrpSpPr>
              <p:grpSpPr>
                <a:xfrm>
                  <a:off x="-2866744" y="518074"/>
                  <a:ext cx="168701" cy="132575"/>
                  <a:chOff x="-2866744" y="518074"/>
                  <a:chExt cx="168701" cy="132575"/>
                </a:xfrm>
              </p:grpSpPr>
              <p:cxnSp>
                <p:nvCxnSpPr>
                  <p:cNvPr id="49" name="Rechte verbindingslijn 48">
                    <a:extLst>
                      <a:ext uri="{FF2B5EF4-FFF2-40B4-BE49-F238E27FC236}">
                        <a16:creationId xmlns:a16="http://schemas.microsoft.com/office/drawing/2014/main" id="{B5DE78C0-971C-473F-8551-0668D57EC8F5}"/>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93EF6EEE-F149-473B-9A40-18CC1A6399D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7F4F35C5-39A9-4C3E-9055-9A784B57B773}"/>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BF16DC2A-3145-482B-9D51-6055B4465555}"/>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A06C01B1-1093-4D20-95D8-FA747BDDCD9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8" name="Pijl: rechts 47">
                  <a:extLst>
                    <a:ext uri="{FF2B5EF4-FFF2-40B4-BE49-F238E27FC236}">
                      <a16:creationId xmlns:a16="http://schemas.microsoft.com/office/drawing/2014/main" id="{C4546A0D-63EC-49A0-B30F-613123C7A99E}"/>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grpSp>
      <p:grpSp>
        <p:nvGrpSpPr>
          <p:cNvPr id="78" name="INSTRUCTIE">
            <a:extLst>
              <a:ext uri="{FF2B5EF4-FFF2-40B4-BE49-F238E27FC236}">
                <a16:creationId xmlns:a16="http://schemas.microsoft.com/office/drawing/2014/main" id="{B0DC836D-1370-49DA-B393-DDF60B20E224}"/>
              </a:ext>
            </a:extLst>
          </p:cNvPr>
          <p:cNvGrpSpPr/>
          <p:nvPr userDrawn="1"/>
        </p:nvGrpSpPr>
        <p:grpSpPr>
          <a:xfrm>
            <a:off x="12377595" y="0"/>
            <a:ext cx="3693386" cy="5270646"/>
            <a:chOff x="-3786437" y="0"/>
            <a:chExt cx="3693386" cy="5270646"/>
          </a:xfrm>
        </p:grpSpPr>
        <p:sp>
          <p:nvSpPr>
            <p:cNvPr id="79" name="Rechthoek 78">
              <a:extLst>
                <a:ext uri="{FF2B5EF4-FFF2-40B4-BE49-F238E27FC236}">
                  <a16:creationId xmlns:a16="http://schemas.microsoft.com/office/drawing/2014/main" id="{A2B8134A-16DA-41DB-8F29-C70FE774805A}"/>
                </a:ext>
              </a:extLst>
            </p:cNvPr>
            <p:cNvSpPr/>
            <p:nvPr userDrawn="1"/>
          </p:nvSpPr>
          <p:spPr>
            <a:xfrm>
              <a:off x="-3786437" y="4442646"/>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200" b="1" cap="all" baseline="0" noProof="0">
                  <a:solidFill>
                    <a:srgbClr val="211F26"/>
                  </a:solidFill>
                  <a:latin typeface="Calibri" panose="020F0502020204030204" pitchFamily="34" charset="0"/>
                  <a:cs typeface="Calibri" panose="020F0502020204030204" pitchFamily="34" charset="0"/>
                </a:rPr>
                <a:t>Meer weten?</a:t>
              </a:r>
              <a:br>
                <a:rPr lang="nl-NL" sz="1200" cap="all"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Ga naar de instructie dia </a:t>
              </a:r>
              <a:r>
                <a:rPr lang="nl-NL" sz="1200" b="1" cap="none" baseline="0" noProof="0">
                  <a:solidFill>
                    <a:srgbClr val="211F26"/>
                  </a:solidFill>
                  <a:latin typeface="Calibri" panose="020F0502020204030204" pitchFamily="34" charset="0"/>
                  <a:cs typeface="Calibri" panose="020F0502020204030204" pitchFamily="34" charset="0"/>
                </a:rPr>
                <a:t>‘VIDEO INSTRUCTIES’</a:t>
              </a:r>
              <a:r>
                <a:rPr lang="nl-NL" sz="1200" cap="none" baseline="0" noProof="0">
                  <a:solidFill>
                    <a:srgbClr val="211F26"/>
                  </a:solidFill>
                  <a:latin typeface="Calibri" panose="020F0502020204030204" pitchFamily="34" charset="0"/>
                  <a:cs typeface="Calibri" panose="020F0502020204030204" pitchFamily="34" charset="0"/>
                </a:rPr>
                <a:t>.</a:t>
              </a:r>
              <a:br>
                <a:rPr lang="nl-NL" sz="1200" cap="none" baseline="0" noProof="0">
                  <a:solidFill>
                    <a:srgbClr val="211F26"/>
                  </a:solidFill>
                  <a:latin typeface="Calibri" panose="020F0502020204030204" pitchFamily="34" charset="0"/>
                  <a:cs typeface="Calibri" panose="020F0502020204030204" pitchFamily="34" charset="0"/>
                </a:rPr>
              </a:br>
              <a:r>
                <a:rPr lang="nl-NL" sz="1200" cap="none" baseline="0" noProof="0">
                  <a:solidFill>
                    <a:srgbClr val="211F26"/>
                  </a:solidFill>
                  <a:latin typeface="Calibri" panose="020F0502020204030204" pitchFamily="34" charset="0"/>
                  <a:cs typeface="Calibri" panose="020F0502020204030204" pitchFamily="34" charset="0"/>
                </a:rPr>
                <a:t>Deze vind je vooraan de presentatie of voeg je in via </a:t>
              </a:r>
              <a:r>
                <a:rPr lang="nl-NL" sz="1200" i="1" cap="none" baseline="0" noProof="0">
                  <a:solidFill>
                    <a:srgbClr val="211F26"/>
                  </a:solidFill>
                  <a:latin typeface="Calibri" panose="020F0502020204030204" pitchFamily="34" charset="0"/>
                  <a:cs typeface="Calibri" panose="020F0502020204030204" pitchFamily="34" charset="0"/>
                </a:rPr>
                <a:t>‘Start’</a:t>
              </a:r>
              <a:r>
                <a:rPr lang="nl-NL" sz="1200" cap="none" baseline="0" noProof="0">
                  <a:solidFill>
                    <a:srgbClr val="211F26"/>
                  </a:solidFill>
                  <a:latin typeface="Calibri" panose="020F0502020204030204" pitchFamily="34" charset="0"/>
                  <a:cs typeface="Calibri" panose="020F0502020204030204" pitchFamily="34" charset="0"/>
                </a:rPr>
                <a:t> &gt; </a:t>
              </a:r>
              <a:r>
                <a:rPr lang="nl-NL" sz="1200" i="1" cap="none" baseline="0" noProof="0">
                  <a:solidFill>
                    <a:srgbClr val="211F26"/>
                  </a:solidFill>
                  <a:latin typeface="Calibri" panose="020F0502020204030204" pitchFamily="34" charset="0"/>
                  <a:cs typeface="Calibri" panose="020F0502020204030204" pitchFamily="34" charset="0"/>
                </a:rPr>
                <a:t>‘Nieuwe dia’</a:t>
              </a:r>
            </a:p>
          </p:txBody>
        </p:sp>
        <p:sp>
          <p:nvSpPr>
            <p:cNvPr id="80" name="Rechthoek 79">
              <a:extLst>
                <a:ext uri="{FF2B5EF4-FFF2-40B4-BE49-F238E27FC236}">
                  <a16:creationId xmlns:a16="http://schemas.microsoft.com/office/drawing/2014/main" id="{3ABB4241-4352-4B34-9D0A-C308ACB428BA}"/>
                </a:ext>
              </a:extLst>
            </p:cNvPr>
            <p:cNvSpPr/>
            <p:nvPr userDrawn="1"/>
          </p:nvSpPr>
          <p:spPr>
            <a:xfrm>
              <a:off x="-3786165" y="0"/>
              <a:ext cx="3593091" cy="4440791"/>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400" b="1" cap="all" baseline="0" noProof="0">
                  <a:solidFill>
                    <a:schemeClr val="accent1"/>
                  </a:solidFill>
                  <a:latin typeface="Calibri" panose="020F0502020204030204" pitchFamily="34" charset="0"/>
                  <a:cs typeface="Calibri" panose="020F0502020204030204" pitchFamily="34" charset="0"/>
                </a:rPr>
                <a:t>Afbeelding invoegen/opmaken</a:t>
              </a:r>
            </a:p>
          </p:txBody>
        </p:sp>
        <p:sp>
          <p:nvSpPr>
            <p:cNvPr id="81" name="Ovaal 80">
              <a:extLst>
                <a:ext uri="{FF2B5EF4-FFF2-40B4-BE49-F238E27FC236}">
                  <a16:creationId xmlns:a16="http://schemas.microsoft.com/office/drawing/2014/main" id="{E4E9830D-48A4-4A69-915D-B5A7CB18618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2" name="Rechthoek 81">
              <a:extLst>
                <a:ext uri="{FF2B5EF4-FFF2-40B4-BE49-F238E27FC236}">
                  <a16:creationId xmlns:a16="http://schemas.microsoft.com/office/drawing/2014/main" id="{F97D9110-CEBD-4B6A-8C5E-F5EE174A7D4E}"/>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Wanneer nodig, verwijder de bestaande afbeelding d.m.v. de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‘Backspace toets’</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Klik op het pictogram om een nieuwe afbeelding in te voegen </a:t>
              </a:r>
              <a:r>
                <a:rPr kumimoji="0" lang="nl-NL" sz="1200" b="0" i="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(zie onderstaand voorbeeld)</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3" name="Groep 82">
              <a:extLst>
                <a:ext uri="{FF2B5EF4-FFF2-40B4-BE49-F238E27FC236}">
                  <a16:creationId xmlns:a16="http://schemas.microsoft.com/office/drawing/2014/main" id="{816305C4-8C4F-4581-9C14-03516008841F}"/>
                </a:ext>
              </a:extLst>
            </p:cNvPr>
            <p:cNvGrpSpPr/>
            <p:nvPr userDrawn="1"/>
          </p:nvGrpSpPr>
          <p:grpSpPr>
            <a:xfrm>
              <a:off x="-3316179" y="1231351"/>
              <a:ext cx="294789" cy="318834"/>
              <a:chOff x="14466489" y="1001522"/>
              <a:chExt cx="290627" cy="314333"/>
            </a:xfrm>
          </p:grpSpPr>
          <p:sp>
            <p:nvSpPr>
              <p:cNvPr id="112" name="Rechthoek 111">
                <a:extLst>
                  <a:ext uri="{FF2B5EF4-FFF2-40B4-BE49-F238E27FC236}">
                    <a16:creationId xmlns:a16="http://schemas.microsoft.com/office/drawing/2014/main" id="{D9E9E523-8C19-4CF9-ADB3-D7B94C5964F3}"/>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13" name="Ovaal 112">
                <a:extLst>
                  <a:ext uri="{FF2B5EF4-FFF2-40B4-BE49-F238E27FC236}">
                    <a16:creationId xmlns:a16="http://schemas.microsoft.com/office/drawing/2014/main" id="{D357F3E7-95FB-466F-BE69-7174A9A2E31C}"/>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14" name="Vrije vorm: vorm 113">
                <a:extLst>
                  <a:ext uri="{FF2B5EF4-FFF2-40B4-BE49-F238E27FC236}">
                    <a16:creationId xmlns:a16="http://schemas.microsoft.com/office/drawing/2014/main" id="{AE43A57C-0A3C-4142-AC55-0E81BCD59949}"/>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rgbClr val="211F26"/>
                  </a:solidFill>
                  <a:latin typeface="Calibri" panose="020F0502020204030204" pitchFamily="34" charset="0"/>
                  <a:cs typeface="Calibri" panose="020F0502020204030204" pitchFamily="34" charset="0"/>
                </a:endParaRPr>
              </a:p>
            </p:txBody>
          </p:sp>
          <p:sp>
            <p:nvSpPr>
              <p:cNvPr id="115" name="Rechthoek: afgeronde hoeken 114">
                <a:extLst>
                  <a:ext uri="{FF2B5EF4-FFF2-40B4-BE49-F238E27FC236}">
                    <a16:creationId xmlns:a16="http://schemas.microsoft.com/office/drawing/2014/main" id="{BA9B12D0-B984-40B4-A623-BF4431754AE3}"/>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cxnSp>
            <p:nvCxnSpPr>
              <p:cNvPr id="116" name="Rechte verbindingslijn 115">
                <a:extLst>
                  <a:ext uri="{FF2B5EF4-FFF2-40B4-BE49-F238E27FC236}">
                    <a16:creationId xmlns:a16="http://schemas.microsoft.com/office/drawing/2014/main" id="{64B55FC6-BB5A-48F9-9E38-B903625D719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7" name="Rechte verbindingslijn 116">
                <a:extLst>
                  <a:ext uri="{FF2B5EF4-FFF2-40B4-BE49-F238E27FC236}">
                    <a16:creationId xmlns:a16="http://schemas.microsoft.com/office/drawing/2014/main" id="{85FB6E1B-CAA7-4619-A949-81572A95AC60}"/>
                  </a:ext>
                </a:extLst>
              </p:cNvPr>
              <p:cNvCxnSpPr>
                <a:cxnSpLocks/>
                <a:stCxn id="11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84" name="Ovaal 83">
              <a:extLst>
                <a:ext uri="{FF2B5EF4-FFF2-40B4-BE49-F238E27FC236}">
                  <a16:creationId xmlns:a16="http://schemas.microsoft.com/office/drawing/2014/main" id="{47F53988-D643-46EB-B607-EABE6111D7BE}"/>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DB5FFDB9-5BA5-491C-9C47-AF483C9298C7}"/>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Selecteer de gewenste afbeelding</a:t>
              </a:r>
              <a:b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en klik 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‘Invoegen’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86" name="Groep 85">
              <a:extLst>
                <a:ext uri="{FF2B5EF4-FFF2-40B4-BE49-F238E27FC236}">
                  <a16:creationId xmlns:a16="http://schemas.microsoft.com/office/drawing/2014/main" id="{2C5498F1-B859-402A-A2FD-28F9EC8B2184}"/>
                </a:ext>
              </a:extLst>
            </p:cNvPr>
            <p:cNvGrpSpPr/>
            <p:nvPr userDrawn="1"/>
          </p:nvGrpSpPr>
          <p:grpSpPr>
            <a:xfrm>
              <a:off x="-3311319" y="2164285"/>
              <a:ext cx="825500" cy="209550"/>
              <a:chOff x="13504624" y="2482850"/>
              <a:chExt cx="825500" cy="209550"/>
            </a:xfrm>
          </p:grpSpPr>
          <p:sp>
            <p:nvSpPr>
              <p:cNvPr id="109" name="Rechthoek 108">
                <a:extLst>
                  <a:ext uri="{FF2B5EF4-FFF2-40B4-BE49-F238E27FC236}">
                    <a16:creationId xmlns:a16="http://schemas.microsoft.com/office/drawing/2014/main" id="{06E661C3-5932-4416-A066-D6C67FDF101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Invoegen</a:t>
                </a:r>
              </a:p>
            </p:txBody>
          </p:sp>
          <p:cxnSp>
            <p:nvCxnSpPr>
              <p:cNvPr id="110" name="Rechte verbindingslijn 109">
                <a:extLst>
                  <a:ext uri="{FF2B5EF4-FFF2-40B4-BE49-F238E27FC236}">
                    <a16:creationId xmlns:a16="http://schemas.microsoft.com/office/drawing/2014/main" id="{DD05E31E-E2A7-489A-8B56-2C42C1AE48DE}"/>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11" name="Gelijkbenige driehoek 110">
                <a:extLst>
                  <a:ext uri="{FF2B5EF4-FFF2-40B4-BE49-F238E27FC236}">
                    <a16:creationId xmlns:a16="http://schemas.microsoft.com/office/drawing/2014/main" id="{3BE622D3-CA84-4590-939C-59EF100F48EA}"/>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rgbClr val="211F26"/>
                  </a:solidFill>
                  <a:latin typeface="Calibri" panose="020F0502020204030204" pitchFamily="34" charset="0"/>
                  <a:cs typeface="Calibri" panose="020F0502020204030204" pitchFamily="34" charset="0"/>
                </a:endParaRPr>
              </a:p>
            </p:txBody>
          </p:sp>
        </p:grpSp>
        <p:sp>
          <p:nvSpPr>
            <p:cNvPr id="87" name="Ovaal 86">
              <a:extLst>
                <a:ext uri="{FF2B5EF4-FFF2-40B4-BE49-F238E27FC236}">
                  <a16:creationId xmlns:a16="http://schemas.microsoft.com/office/drawing/2014/main" id="{556A98B4-A7E5-4B54-A15F-43AB942ED37E}"/>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D1D4F192-B909-4C08-950C-55CD2ED0E552}"/>
                </a:ext>
              </a:extLst>
            </p:cNvPr>
            <p:cNvSpPr/>
            <p:nvPr userDrawn="1"/>
          </p:nvSpPr>
          <p:spPr>
            <a:xfrm>
              <a:off x="-3319415" y="2553360"/>
              <a:ext cx="2944682" cy="979796"/>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Om de afbeelding te schalen of bij te snijden, ga naar de tab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‘Hulpmiddelen voor afbeeldingen - Opmaak’</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en klik op de knop </a:t>
              </a:r>
              <a:r>
                <a:rPr kumimoji="0" lang="nl-NL"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‘Bijsnijden’</a:t>
              </a:r>
              <a:r>
                <a:rPr kumimoji="0" lang="nl-NL"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Schaal met de bolletjes de afbeelding en met de hoekjes het afbeeldingskader.</a:t>
              </a:r>
            </a:p>
          </p:txBody>
        </p:sp>
        <p:grpSp>
          <p:nvGrpSpPr>
            <p:cNvPr id="89" name="Groep 88">
              <a:extLst>
                <a:ext uri="{FF2B5EF4-FFF2-40B4-BE49-F238E27FC236}">
                  <a16:creationId xmlns:a16="http://schemas.microsoft.com/office/drawing/2014/main" id="{97AEDBDF-9E0F-4E7D-961D-D04F2AE78A75}"/>
                </a:ext>
              </a:extLst>
            </p:cNvPr>
            <p:cNvGrpSpPr/>
            <p:nvPr userDrawn="1"/>
          </p:nvGrpSpPr>
          <p:grpSpPr>
            <a:xfrm>
              <a:off x="-3408294" y="3643742"/>
              <a:ext cx="622283" cy="612920"/>
              <a:chOff x="12617641" y="3403239"/>
              <a:chExt cx="752963" cy="741634"/>
            </a:xfrm>
          </p:grpSpPr>
          <p:grpSp>
            <p:nvGrpSpPr>
              <p:cNvPr id="93" name="Groep 92">
                <a:extLst>
                  <a:ext uri="{FF2B5EF4-FFF2-40B4-BE49-F238E27FC236}">
                    <a16:creationId xmlns:a16="http://schemas.microsoft.com/office/drawing/2014/main" id="{D717DAE9-3D30-421E-9BD2-636834661505}"/>
                  </a:ext>
                </a:extLst>
              </p:cNvPr>
              <p:cNvGrpSpPr/>
              <p:nvPr userDrawn="1"/>
            </p:nvGrpSpPr>
            <p:grpSpPr>
              <a:xfrm>
                <a:off x="12771530" y="3403239"/>
                <a:ext cx="467176" cy="448491"/>
                <a:chOff x="12782157" y="3403239"/>
                <a:chExt cx="467176" cy="448491"/>
              </a:xfrm>
            </p:grpSpPr>
            <p:grpSp>
              <p:nvGrpSpPr>
                <p:cNvPr id="96" name="Groep 95">
                  <a:extLst>
                    <a:ext uri="{FF2B5EF4-FFF2-40B4-BE49-F238E27FC236}">
                      <a16:creationId xmlns:a16="http://schemas.microsoft.com/office/drawing/2014/main" id="{A11513AA-1AF3-4290-9A7B-2FC0D2FDC253}"/>
                    </a:ext>
                  </a:extLst>
                </p:cNvPr>
                <p:cNvGrpSpPr/>
                <p:nvPr userDrawn="1"/>
              </p:nvGrpSpPr>
              <p:grpSpPr>
                <a:xfrm>
                  <a:off x="12782157" y="3403239"/>
                  <a:ext cx="412976" cy="396132"/>
                  <a:chOff x="13554906" y="3320109"/>
                  <a:chExt cx="443917" cy="425811"/>
                </a:xfrm>
              </p:grpSpPr>
              <p:grpSp>
                <p:nvGrpSpPr>
                  <p:cNvPr id="103" name="Groep 102">
                    <a:extLst>
                      <a:ext uri="{FF2B5EF4-FFF2-40B4-BE49-F238E27FC236}">
                        <a16:creationId xmlns:a16="http://schemas.microsoft.com/office/drawing/2014/main" id="{CF27DED1-0EB8-47C2-95D2-0504452F16FB}"/>
                      </a:ext>
                    </a:extLst>
                  </p:cNvPr>
                  <p:cNvGrpSpPr/>
                  <p:nvPr userDrawn="1"/>
                </p:nvGrpSpPr>
                <p:grpSpPr>
                  <a:xfrm>
                    <a:off x="13554906" y="3320109"/>
                    <a:ext cx="443917" cy="425811"/>
                    <a:chOff x="12909684" y="1276143"/>
                    <a:chExt cx="443917" cy="425811"/>
                  </a:xfrm>
                </p:grpSpPr>
                <p:sp>
                  <p:nvSpPr>
                    <p:cNvPr id="106" name="Rechthoek 105">
                      <a:extLst>
                        <a:ext uri="{FF2B5EF4-FFF2-40B4-BE49-F238E27FC236}">
                          <a16:creationId xmlns:a16="http://schemas.microsoft.com/office/drawing/2014/main" id="{F2048758-4D18-4BAE-B769-3D026DEC6981}"/>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07" name="Rechthoek 106">
                      <a:extLst>
                        <a:ext uri="{FF2B5EF4-FFF2-40B4-BE49-F238E27FC236}">
                          <a16:creationId xmlns:a16="http://schemas.microsoft.com/office/drawing/2014/main" id="{178AFAAE-58C6-43C9-B8A2-AEF5A136BC7A}"/>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rgbClr val="211F26"/>
                        </a:solidFill>
                        <a:latin typeface="Calibri" panose="020F0502020204030204" pitchFamily="34" charset="0"/>
                        <a:cs typeface="Calibri" panose="020F0502020204030204" pitchFamily="34" charset="0"/>
                      </a:endParaRPr>
                    </a:p>
                  </p:txBody>
                </p:sp>
                <p:sp>
                  <p:nvSpPr>
                    <p:cNvPr id="108" name="Ovaal 107">
                      <a:extLst>
                        <a:ext uri="{FF2B5EF4-FFF2-40B4-BE49-F238E27FC236}">
                          <a16:creationId xmlns:a16="http://schemas.microsoft.com/office/drawing/2014/main" id="{309C58F8-C92A-4561-8915-9C21E145696D}"/>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pic>
                <p:nvPicPr>
                  <p:cNvPr id="104" name="Afbeelding 103">
                    <a:extLst>
                      <a:ext uri="{FF2B5EF4-FFF2-40B4-BE49-F238E27FC236}">
                        <a16:creationId xmlns:a16="http://schemas.microsoft.com/office/drawing/2014/main" id="{CAD7AA07-FE65-42E5-8F53-9440D8379FB1}"/>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05" name="Afbeelding 104">
                    <a:extLst>
                      <a:ext uri="{FF2B5EF4-FFF2-40B4-BE49-F238E27FC236}">
                        <a16:creationId xmlns:a16="http://schemas.microsoft.com/office/drawing/2014/main" id="{6E0BB2D9-D78E-4D93-8D80-ECAF5675DAEF}"/>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97" name="Groep 96">
                  <a:extLst>
                    <a:ext uri="{FF2B5EF4-FFF2-40B4-BE49-F238E27FC236}">
                      <a16:creationId xmlns:a16="http://schemas.microsoft.com/office/drawing/2014/main" id="{0D4FBBB3-F5D9-496A-992C-2CAED73707BB}"/>
                    </a:ext>
                  </a:extLst>
                </p:cNvPr>
                <p:cNvGrpSpPr/>
                <p:nvPr userDrawn="1"/>
              </p:nvGrpSpPr>
              <p:grpSpPr>
                <a:xfrm>
                  <a:off x="13103513" y="3705268"/>
                  <a:ext cx="145820" cy="146462"/>
                  <a:chOff x="13096169" y="3602278"/>
                  <a:chExt cx="145820" cy="146462"/>
                </a:xfrm>
              </p:grpSpPr>
              <p:sp>
                <p:nvSpPr>
                  <p:cNvPr id="101" name="Rechthoek 100">
                    <a:extLst>
                      <a:ext uri="{FF2B5EF4-FFF2-40B4-BE49-F238E27FC236}">
                        <a16:creationId xmlns:a16="http://schemas.microsoft.com/office/drawing/2014/main" id="{CA4908DB-5CD6-4B1B-BCFF-211E399589E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02" name="Rechthoek 101">
                    <a:extLst>
                      <a:ext uri="{FF2B5EF4-FFF2-40B4-BE49-F238E27FC236}">
                        <a16:creationId xmlns:a16="http://schemas.microsoft.com/office/drawing/2014/main" id="{43695715-E470-4454-83C1-5A9D258472ED}"/>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98" name="Groep 97">
                  <a:extLst>
                    <a:ext uri="{FF2B5EF4-FFF2-40B4-BE49-F238E27FC236}">
                      <a16:creationId xmlns:a16="http://schemas.microsoft.com/office/drawing/2014/main" id="{AFC3B480-4CBF-4FEF-A4E8-68ACA988E446}"/>
                    </a:ext>
                  </a:extLst>
                </p:cNvPr>
                <p:cNvGrpSpPr/>
                <p:nvPr userDrawn="1"/>
              </p:nvGrpSpPr>
              <p:grpSpPr>
                <a:xfrm rot="10800000">
                  <a:off x="13061402" y="3665637"/>
                  <a:ext cx="145820" cy="146462"/>
                  <a:chOff x="13096169" y="3602278"/>
                  <a:chExt cx="145820" cy="146462"/>
                </a:xfrm>
              </p:grpSpPr>
              <p:sp>
                <p:nvSpPr>
                  <p:cNvPr id="99" name="Rechthoek 98">
                    <a:extLst>
                      <a:ext uri="{FF2B5EF4-FFF2-40B4-BE49-F238E27FC236}">
                        <a16:creationId xmlns:a16="http://schemas.microsoft.com/office/drawing/2014/main" id="{4E947A6A-8F32-4B4A-B15D-EEAA3952CDF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sp>
                <p:nvSpPr>
                  <p:cNvPr id="100" name="Rechthoek 99">
                    <a:extLst>
                      <a:ext uri="{FF2B5EF4-FFF2-40B4-BE49-F238E27FC236}">
                        <a16:creationId xmlns:a16="http://schemas.microsoft.com/office/drawing/2014/main" id="{526E97EE-8901-4937-9E4D-81D6E69D11E9}"/>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sp>
            <p:nvSpPr>
              <p:cNvPr id="94" name="Rechthoek 93">
                <a:extLst>
                  <a:ext uri="{FF2B5EF4-FFF2-40B4-BE49-F238E27FC236}">
                    <a16:creationId xmlns:a16="http://schemas.microsoft.com/office/drawing/2014/main" id="{4FA72639-68D2-4A7D-857D-EA93B6F05AA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rgbClr val="211F26"/>
                    </a:solidFill>
                    <a:latin typeface="Calibri" panose="020F0502020204030204" pitchFamily="34" charset="0"/>
                    <a:cs typeface="Calibri" panose="020F0502020204030204" pitchFamily="34" charset="0"/>
                  </a:rPr>
                  <a:t>Bijsnijden</a:t>
                </a:r>
              </a:p>
            </p:txBody>
          </p:sp>
          <p:sp>
            <p:nvSpPr>
              <p:cNvPr id="95" name="Gelijkbenige driehoek 94">
                <a:extLst>
                  <a:ext uri="{FF2B5EF4-FFF2-40B4-BE49-F238E27FC236}">
                    <a16:creationId xmlns:a16="http://schemas.microsoft.com/office/drawing/2014/main" id="{21D0178D-B74B-4B56-8BF2-6C86681CCF8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rgbClr val="211F26"/>
                  </a:solidFill>
                  <a:latin typeface="Calibri" panose="020F0502020204030204" pitchFamily="34" charset="0"/>
                  <a:cs typeface="Calibri" panose="020F0502020204030204" pitchFamily="34" charset="0"/>
                </a:endParaRPr>
              </a:p>
            </p:txBody>
          </p:sp>
        </p:grpSp>
        <p:grpSp>
          <p:nvGrpSpPr>
            <p:cNvPr id="90" name="ICOON_info">
              <a:extLst>
                <a:ext uri="{FF2B5EF4-FFF2-40B4-BE49-F238E27FC236}">
                  <a16:creationId xmlns:a16="http://schemas.microsoft.com/office/drawing/2014/main" id="{413011CE-08A9-49FF-9483-EDE06705EA92}"/>
                </a:ext>
              </a:extLst>
            </p:cNvPr>
            <p:cNvGrpSpPr/>
            <p:nvPr userDrawn="1"/>
          </p:nvGrpSpPr>
          <p:grpSpPr>
            <a:xfrm>
              <a:off x="-376736" y="4271597"/>
              <a:ext cx="283685" cy="283685"/>
              <a:chOff x="-510741" y="5913713"/>
              <a:chExt cx="267555" cy="267555"/>
            </a:xfrm>
          </p:grpSpPr>
          <p:sp>
            <p:nvSpPr>
              <p:cNvPr id="91" name="Ovaal 90">
                <a:extLst>
                  <a:ext uri="{FF2B5EF4-FFF2-40B4-BE49-F238E27FC236}">
                    <a16:creationId xmlns:a16="http://schemas.microsoft.com/office/drawing/2014/main" id="{F9FAB2A6-1B81-484A-AEB2-5376FF42BEE5}"/>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latin typeface="Calibri" panose="020F0502020204030204" pitchFamily="34" charset="0"/>
                  <a:cs typeface="Calibri" panose="020F0502020204030204" pitchFamily="34" charset="0"/>
                </a:endParaRPr>
              </a:p>
            </p:txBody>
          </p:sp>
          <p:sp>
            <p:nvSpPr>
              <p:cNvPr id="92" name="Graphic 163" descr="Informatie">
                <a:extLst>
                  <a:ext uri="{FF2B5EF4-FFF2-40B4-BE49-F238E27FC236}">
                    <a16:creationId xmlns:a16="http://schemas.microsoft.com/office/drawing/2014/main" id="{64C10FAF-2766-435F-801F-5C8C0779A82B}"/>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nl-NL" sz="2000" noProof="0">
                  <a:solidFill>
                    <a:srgbClr val="211F26"/>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59918473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219B37A3-82F2-45D5-868F-F00F93F6E7B3}"/>
              </a:ext>
            </a:extLst>
          </p:cNvPr>
          <p:cNvSpPr>
            <a:spLocks noGrp="1"/>
          </p:cNvSpPr>
          <p:nvPr>
            <p:ph type="title"/>
          </p:nvPr>
        </p:nvSpPr>
        <p:spPr>
          <a:xfrm>
            <a:off x="515937" y="720000"/>
            <a:ext cx="11160125" cy="872263"/>
          </a:xfrm>
          <a:prstGeom prst="rect">
            <a:avLst/>
          </a:prstGeom>
        </p:spPr>
        <p:txBody>
          <a:bodyPr vert="horz" lIns="0" tIns="0" rIns="0" bIns="0" rtlCol="0" anchor="ctr">
            <a:noAutofit/>
          </a:bodyPr>
          <a:lstStyle/>
          <a:p>
            <a:r>
              <a:rPr lang="nl-NL" noProof="0" dirty="0"/>
              <a:t>Click </a:t>
            </a:r>
            <a:r>
              <a:rPr lang="nl-NL" noProof="0" dirty="0" err="1"/>
              <a:t>to</a:t>
            </a:r>
            <a:r>
              <a:rPr lang="nl-NL" noProof="0" dirty="0"/>
              <a:t> </a:t>
            </a:r>
            <a:r>
              <a:rPr lang="nl-NL" noProof="0" dirty="0" err="1"/>
              <a:t>add</a:t>
            </a:r>
            <a:r>
              <a:rPr lang="nl-NL" noProof="0" dirty="0"/>
              <a:t> </a:t>
            </a:r>
            <a:r>
              <a:rPr lang="nl-NL" noProof="0" dirty="0" err="1"/>
              <a:t>title</a:t>
            </a:r>
            <a:endParaRPr lang="nl-NL" noProof="0" dirty="0"/>
          </a:p>
        </p:txBody>
      </p:sp>
      <p:sp>
        <p:nvSpPr>
          <p:cNvPr id="3" name="Tijdelijke aanduiding voor tekst 2">
            <a:extLst>
              <a:ext uri="{FF2B5EF4-FFF2-40B4-BE49-F238E27FC236}">
                <a16:creationId xmlns:a16="http://schemas.microsoft.com/office/drawing/2014/main" id="{061B9A90-182E-49A3-8BF5-04F32288137B}"/>
              </a:ext>
            </a:extLst>
          </p:cNvPr>
          <p:cNvSpPr>
            <a:spLocks noGrp="1"/>
          </p:cNvSpPr>
          <p:nvPr>
            <p:ph type="body" idx="1"/>
          </p:nvPr>
        </p:nvSpPr>
        <p:spPr>
          <a:xfrm>
            <a:off x="515937" y="2000621"/>
            <a:ext cx="11160125" cy="3805586"/>
          </a:xfrm>
          <a:prstGeom prst="rect">
            <a:avLst/>
          </a:prstGeom>
        </p:spPr>
        <p:txBody>
          <a:bodyPr vert="horz" lIns="0" tIns="0" rIns="0" bIns="0" rtlCol="0">
            <a:noAutofit/>
          </a:body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Reading </a:t>
            </a:r>
            <a:r>
              <a:rPr lang="nl-NL" noProof="0" dirty="0" err="1"/>
              <a:t>text</a:t>
            </a:r>
            <a:endParaRPr lang="nl-NL" noProof="0" dirty="0"/>
          </a:p>
          <a:p>
            <a:pPr lvl="4"/>
            <a:r>
              <a:rPr lang="nl-NL" noProof="0" dirty="0" err="1"/>
              <a:t>Heading</a:t>
            </a:r>
            <a:r>
              <a:rPr lang="nl-NL" noProof="0" dirty="0"/>
              <a:t> #1</a:t>
            </a:r>
          </a:p>
          <a:p>
            <a:pPr lvl="5"/>
            <a:r>
              <a:rPr lang="nl-NL" noProof="0" dirty="0" err="1"/>
              <a:t>heading</a:t>
            </a:r>
            <a:r>
              <a:rPr lang="nl-NL" noProof="0" dirty="0"/>
              <a:t> #2</a:t>
            </a:r>
          </a:p>
          <a:p>
            <a:pPr lvl="6"/>
            <a:r>
              <a:rPr lang="nl-NL" noProof="0" dirty="0" err="1"/>
              <a:t>Numeric</a:t>
            </a:r>
            <a:r>
              <a:rPr lang="nl-NL" noProof="0" dirty="0"/>
              <a:t> </a:t>
            </a:r>
            <a:r>
              <a:rPr lang="nl-NL" noProof="0" dirty="0" err="1"/>
              <a:t>bullet</a:t>
            </a:r>
            <a:endParaRPr lang="nl-NL" noProof="0" dirty="0"/>
          </a:p>
          <a:p>
            <a:pPr lvl="7"/>
            <a:r>
              <a:rPr lang="nl-NL" noProof="0" dirty="0" err="1"/>
              <a:t>Alphabet</a:t>
            </a:r>
            <a:r>
              <a:rPr lang="nl-NL" noProof="0" dirty="0"/>
              <a:t> </a:t>
            </a:r>
            <a:r>
              <a:rPr lang="nl-NL" noProof="0" dirty="0" err="1"/>
              <a:t>bullet</a:t>
            </a:r>
            <a:endParaRPr lang="nl-NL" noProof="0" dirty="0"/>
          </a:p>
          <a:p>
            <a:pPr lvl="8"/>
            <a:r>
              <a:rPr lang="nl-NL" noProof="0" dirty="0"/>
              <a:t>Sub-</a:t>
            </a:r>
            <a:r>
              <a:rPr lang="nl-NL" noProof="0" dirty="0" err="1"/>
              <a:t>bullet</a:t>
            </a:r>
            <a:endParaRPr lang="nl-NL" noProof="0" dirty="0"/>
          </a:p>
        </p:txBody>
      </p:sp>
      <p:sp>
        <p:nvSpPr>
          <p:cNvPr id="4" name="Tijdelijke aanduiding voor datum 3">
            <a:extLst>
              <a:ext uri="{FF2B5EF4-FFF2-40B4-BE49-F238E27FC236}">
                <a16:creationId xmlns:a16="http://schemas.microsoft.com/office/drawing/2014/main" id="{2CC0954C-56F0-4481-AEFC-476FD5516A05}"/>
              </a:ext>
            </a:extLst>
          </p:cNvPr>
          <p:cNvSpPr>
            <a:spLocks noGrp="1"/>
          </p:cNvSpPr>
          <p:nvPr>
            <p:ph type="dt" sz="half" idx="2"/>
          </p:nvPr>
        </p:nvSpPr>
        <p:spPr>
          <a:xfrm>
            <a:off x="8000383" y="6346209"/>
            <a:ext cx="2933400" cy="151790"/>
          </a:xfrm>
          <a:prstGeom prst="rect">
            <a:avLst/>
          </a:prstGeom>
        </p:spPr>
        <p:txBody>
          <a:bodyPr vert="horz" lIns="0" tIns="0" rIns="0" bIns="0" rtlCol="0" anchor="ctr">
            <a:noAutofit/>
          </a:bodyPr>
          <a:lstStyle>
            <a:lvl1pPr algn="r">
              <a:defRPr sz="1000">
                <a:solidFill>
                  <a:schemeClr val="bg1">
                    <a:lumMod val="50000"/>
                  </a:schemeClr>
                </a:solidFill>
              </a:defRPr>
            </a:lvl1pPr>
          </a:lstStyle>
          <a:p>
            <a:r>
              <a:rPr lang="nl-NL" noProof="0"/>
              <a:t>Date</a:t>
            </a:r>
          </a:p>
        </p:txBody>
      </p:sp>
      <p:sp>
        <p:nvSpPr>
          <p:cNvPr id="5" name="Tijdelijke aanduiding voor voettekst 4">
            <a:extLst>
              <a:ext uri="{FF2B5EF4-FFF2-40B4-BE49-F238E27FC236}">
                <a16:creationId xmlns:a16="http://schemas.microsoft.com/office/drawing/2014/main" id="{293B2B64-2362-45C8-9E78-5ECAAAF3478D}"/>
              </a:ext>
            </a:extLst>
          </p:cNvPr>
          <p:cNvSpPr>
            <a:spLocks noGrp="1"/>
          </p:cNvSpPr>
          <p:nvPr>
            <p:ph type="ftr" sz="quarter" idx="3"/>
          </p:nvPr>
        </p:nvSpPr>
        <p:spPr>
          <a:xfrm>
            <a:off x="720000" y="6346209"/>
            <a:ext cx="4114800" cy="151790"/>
          </a:xfrm>
          <a:prstGeom prst="rect">
            <a:avLst/>
          </a:prstGeom>
        </p:spPr>
        <p:txBody>
          <a:bodyPr vert="horz" lIns="0" tIns="0" rIns="0" bIns="0" rtlCol="0" anchor="ctr">
            <a:noAutofit/>
          </a:bodyPr>
          <a:lstStyle>
            <a:lvl1pPr algn="l">
              <a:defRPr sz="1000">
                <a:solidFill>
                  <a:schemeClr val="bg1">
                    <a:lumMod val="50000"/>
                  </a:schemeClr>
                </a:solidFill>
              </a:defRPr>
            </a:lvl1pPr>
          </a:lstStyle>
          <a:p>
            <a:endParaRPr lang="nl-NL" noProof="0"/>
          </a:p>
        </p:txBody>
      </p:sp>
      <p:sp>
        <p:nvSpPr>
          <p:cNvPr id="6" name="Tijdelijke aanduiding voor dianummer 5">
            <a:extLst>
              <a:ext uri="{FF2B5EF4-FFF2-40B4-BE49-F238E27FC236}">
                <a16:creationId xmlns:a16="http://schemas.microsoft.com/office/drawing/2014/main" id="{5549FE6F-67CB-4243-BE03-A9A3C4007850}"/>
              </a:ext>
            </a:extLst>
          </p:cNvPr>
          <p:cNvSpPr>
            <a:spLocks noGrp="1"/>
          </p:cNvSpPr>
          <p:nvPr>
            <p:ph type="sldNum" sz="quarter" idx="4"/>
          </p:nvPr>
        </p:nvSpPr>
        <p:spPr>
          <a:xfrm>
            <a:off x="11187403" y="6346209"/>
            <a:ext cx="284597" cy="151790"/>
          </a:xfrm>
          <a:prstGeom prst="rect">
            <a:avLst/>
          </a:prstGeom>
        </p:spPr>
        <p:txBody>
          <a:bodyPr vert="horz" lIns="0" tIns="0" rIns="0" bIns="0" rtlCol="0" anchor="ctr">
            <a:noAutofit/>
          </a:bodyPr>
          <a:lstStyle>
            <a:lvl1pPr algn="r">
              <a:defRPr sz="1000" b="1">
                <a:solidFill>
                  <a:schemeClr val="bg1">
                    <a:lumMod val="50000"/>
                  </a:schemeClr>
                </a:solidFill>
                <a:latin typeface="+mj-lt"/>
              </a:defRPr>
            </a:lvl1pPr>
          </a:lstStyle>
          <a:p>
            <a:fld id="{D7B5DC5B-6873-43DB-ADC7-B15ACCE0DFDB}" type="slidenum">
              <a:rPr lang="nl-NL" smtClean="0"/>
              <a:pPr/>
              <a:t>‹#›</a:t>
            </a:fld>
            <a:endParaRPr lang="nl-NL"/>
          </a:p>
        </p:txBody>
      </p:sp>
      <p:sp>
        <p:nvSpPr>
          <p:cNvPr id="20" name="Tekstvak 19">
            <a:extLst>
              <a:ext uri="{FF2B5EF4-FFF2-40B4-BE49-F238E27FC236}">
                <a16:creationId xmlns:a16="http://schemas.microsoft.com/office/drawing/2014/main" id="{88A106C3-3B5C-4817-A9B9-E1AA65368768}"/>
              </a:ext>
            </a:extLst>
          </p:cNvPr>
          <p:cNvSpPr txBox="1"/>
          <p:nvPr userDrawn="1"/>
        </p:nvSpPr>
        <p:spPr>
          <a:xfrm>
            <a:off x="-12032" y="-546223"/>
            <a:ext cx="2129051" cy="150127"/>
          </a:xfrm>
          <a:prstGeom prst="rect">
            <a:avLst/>
          </a:prstGeom>
          <a:noFill/>
        </p:spPr>
        <p:txBody>
          <a:bodyPr wrap="square" lIns="0" tIns="0" rIns="0" bIns="0" rtlCol="0">
            <a:noAutofit/>
          </a:bodyPr>
          <a:lstStyle/>
          <a:p>
            <a:r>
              <a:rPr lang="nl-NL" sz="1000" b="0" cap="all" baseline="0" noProof="0">
                <a:latin typeface="+mj-lt"/>
              </a:rPr>
              <a:t>Name of </a:t>
            </a:r>
            <a:r>
              <a:rPr lang="nl-NL" sz="1000" b="0" cap="all" baseline="0" noProof="0" err="1">
                <a:latin typeface="+mj-lt"/>
              </a:rPr>
              <a:t>the</a:t>
            </a:r>
            <a:r>
              <a:rPr lang="nl-NL" sz="1000" b="0" cap="all" baseline="0" noProof="0">
                <a:latin typeface="+mj-lt"/>
              </a:rPr>
              <a:t> slide</a:t>
            </a:r>
          </a:p>
        </p:txBody>
      </p:sp>
      <p:grpSp>
        <p:nvGrpSpPr>
          <p:cNvPr id="19" name="GRID" hidden="1">
            <a:extLst>
              <a:ext uri="{FF2B5EF4-FFF2-40B4-BE49-F238E27FC236}">
                <a16:creationId xmlns:a16="http://schemas.microsoft.com/office/drawing/2014/main" id="{17446CF1-2415-4785-8B28-40140952600C}"/>
              </a:ext>
            </a:extLst>
          </p:cNvPr>
          <p:cNvGrpSpPr/>
          <p:nvPr userDrawn="1"/>
        </p:nvGrpSpPr>
        <p:grpSpPr>
          <a:xfrm>
            <a:off x="0" y="0"/>
            <a:ext cx="12192000" cy="6858000"/>
            <a:chOff x="0" y="0"/>
            <a:chExt cx="12192000" cy="6858000"/>
          </a:xfrm>
          <a:solidFill>
            <a:schemeClr val="tx1">
              <a:alpha val="20000"/>
            </a:schemeClr>
          </a:solidFill>
        </p:grpSpPr>
        <p:sp>
          <p:nvSpPr>
            <p:cNvPr id="21" name="Rechthoek 20">
              <a:extLst>
                <a:ext uri="{FF2B5EF4-FFF2-40B4-BE49-F238E27FC236}">
                  <a16:creationId xmlns:a16="http://schemas.microsoft.com/office/drawing/2014/main" id="{5DA35564-25AA-4FEC-9D18-9CCF3EFA9551}"/>
                </a:ext>
              </a:extLst>
            </p:cNvPr>
            <p:cNvSpPr/>
            <p:nvPr userDrawn="1"/>
          </p:nvSpPr>
          <p:spPr>
            <a:xfrm>
              <a:off x="0" y="0"/>
              <a:ext cx="12192000"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2" name="Rechthoek 21">
              <a:extLst>
                <a:ext uri="{FF2B5EF4-FFF2-40B4-BE49-F238E27FC236}">
                  <a16:creationId xmlns:a16="http://schemas.microsoft.com/office/drawing/2014/main" id="{3E7A8B78-FB56-4265-9407-FC697581D7D1}"/>
                </a:ext>
              </a:extLst>
            </p:cNvPr>
            <p:cNvSpPr/>
            <p:nvPr userDrawn="1"/>
          </p:nvSpPr>
          <p:spPr>
            <a:xfrm>
              <a:off x="0" y="0"/>
              <a:ext cx="720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3" name="Rechthoek 22">
              <a:extLst>
                <a:ext uri="{FF2B5EF4-FFF2-40B4-BE49-F238E27FC236}">
                  <a16:creationId xmlns:a16="http://schemas.microsoft.com/office/drawing/2014/main" id="{9C5C6DC1-DADA-49E6-B1E0-6CB2665D8B37}"/>
                </a:ext>
              </a:extLst>
            </p:cNvPr>
            <p:cNvSpPr/>
            <p:nvPr userDrawn="1"/>
          </p:nvSpPr>
          <p:spPr>
            <a:xfrm>
              <a:off x="11472000" y="0"/>
              <a:ext cx="720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4" name="Rechthoek 23">
              <a:extLst>
                <a:ext uri="{FF2B5EF4-FFF2-40B4-BE49-F238E27FC236}">
                  <a16:creationId xmlns:a16="http://schemas.microsoft.com/office/drawing/2014/main" id="{1650B288-9873-4189-B0C2-F8FE5186A08A}"/>
                </a:ext>
              </a:extLst>
            </p:cNvPr>
            <p:cNvSpPr/>
            <p:nvPr userDrawn="1"/>
          </p:nvSpPr>
          <p:spPr>
            <a:xfrm>
              <a:off x="0" y="1064525"/>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5" name="Rechthoek 24">
              <a:extLst>
                <a:ext uri="{FF2B5EF4-FFF2-40B4-BE49-F238E27FC236}">
                  <a16:creationId xmlns:a16="http://schemas.microsoft.com/office/drawing/2014/main" id="{EF87E70F-75AF-432B-B6A2-CF0AD4EC2CE3}"/>
                </a:ext>
              </a:extLst>
            </p:cNvPr>
            <p:cNvSpPr/>
            <p:nvPr userDrawn="1"/>
          </p:nvSpPr>
          <p:spPr>
            <a:xfrm>
              <a:off x="0" y="6498000"/>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6" name="Rechthoek 25">
              <a:extLst>
                <a:ext uri="{FF2B5EF4-FFF2-40B4-BE49-F238E27FC236}">
                  <a16:creationId xmlns:a16="http://schemas.microsoft.com/office/drawing/2014/main" id="{6BE35104-F202-4806-B369-B2BFC15CFEC7}"/>
                </a:ext>
              </a:extLst>
            </p:cNvPr>
            <p:cNvSpPr/>
            <p:nvPr userDrawn="1"/>
          </p:nvSpPr>
          <p:spPr>
            <a:xfrm>
              <a:off x="0" y="5806208"/>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pic>
        <p:nvPicPr>
          <p:cNvPr id="8" name="Graphic 7">
            <a:extLst>
              <a:ext uri="{FF2B5EF4-FFF2-40B4-BE49-F238E27FC236}">
                <a16:creationId xmlns:a16="http://schemas.microsoft.com/office/drawing/2014/main" id="{8F90FD7E-95B7-0308-3820-9FE248F90D6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1200" y="61200"/>
            <a:ext cx="3366000" cy="887272"/>
          </a:xfrm>
          <a:prstGeom prst="rect">
            <a:avLst/>
          </a:prstGeom>
        </p:spPr>
      </p:pic>
    </p:spTree>
    <p:extLst>
      <p:ext uri="{BB962C8B-B14F-4D97-AF65-F5344CB8AC3E}">
        <p14:creationId xmlns:p14="http://schemas.microsoft.com/office/powerpoint/2010/main" val="895705726"/>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Lst>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hf hdr="0"/>
  <p:txStyles>
    <p:titleStyle>
      <a:lvl1pPr algn="l" defTabSz="914400" rtl="0" eaLnBrk="1" latinLnBrk="0" hangingPunct="1">
        <a:lnSpc>
          <a:spcPct val="90000"/>
        </a:lnSpc>
        <a:spcBef>
          <a:spcPct val="0"/>
        </a:spcBef>
        <a:buNone/>
        <a:defRPr sz="4400" b="1" kern="1200">
          <a:solidFill>
            <a:schemeClr val="accent2"/>
          </a:solidFill>
          <a:latin typeface="+mj-lt"/>
          <a:ea typeface="+mj-ea"/>
          <a:cs typeface="+mj-cs"/>
        </a:defRPr>
      </a:lvl1pPr>
    </p:titleStyle>
    <p:bodyStyle>
      <a:lvl1pPr marL="177800" indent="-177800" algn="l" defTabSz="914400" rtl="0" eaLnBrk="1" latinLnBrk="0" hangingPunct="1">
        <a:lnSpc>
          <a:spcPct val="90000"/>
        </a:lnSpc>
        <a:spcBef>
          <a:spcPts val="600"/>
        </a:spcBef>
        <a:spcAft>
          <a:spcPts val="600"/>
        </a:spcAft>
        <a:buClr>
          <a:schemeClr val="accent1"/>
        </a:buClr>
        <a:buFont typeface="Arial" panose="020B0604020202020204" pitchFamily="34" charset="0"/>
        <a:buChar char="•"/>
        <a:defRPr sz="16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accent2"/>
        </a:buClr>
        <a:buFont typeface="Arial" panose="020B06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accent3"/>
        </a:buClr>
        <a:buFont typeface="Calibri Light" panose="020F030202020403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rial" panose="020B0604020202020204" pitchFamily="34" charset="0"/>
        <a:buNone/>
        <a:defRPr sz="2000" b="1" kern="1200">
          <a:solidFill>
            <a:schemeClr val="tx1"/>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rial" panose="020B0604020202020204" pitchFamily="34" charset="0"/>
        <a:buNone/>
        <a:defRPr sz="2000" b="0" kern="1200" cap="all" baseline="0">
          <a:solidFill>
            <a:schemeClr val="tx1"/>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accent1"/>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accent1"/>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accent1"/>
        </a:buClr>
        <a:buFont typeface="Arial" panose="020B0604020202020204" pitchFamily="34" charset="0"/>
        <a:buChar char="•"/>
        <a:defRPr sz="1600" i="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3" userDrawn="1">
          <p15:clr>
            <a:srgbClr val="F26B43"/>
          </p15:clr>
        </p15:guide>
        <p15:guide id="2" pos="325" userDrawn="1">
          <p15:clr>
            <a:srgbClr val="F26B43"/>
          </p15:clr>
        </p15:guide>
        <p15:guide id="3" orient="horz" pos="3657" userDrawn="1">
          <p15:clr>
            <a:srgbClr val="F26B43"/>
          </p15:clr>
        </p15:guide>
        <p15:guide id="4" orient="horz" pos="3994" userDrawn="1">
          <p15:clr>
            <a:srgbClr val="A4A3A4"/>
          </p15:clr>
        </p15:guide>
        <p15:guide id="5" orient="horz" pos="4092" userDrawn="1">
          <p15:clr>
            <a:srgbClr val="A4A3A4"/>
          </p15:clr>
        </p15:guide>
        <p15:guide id="6" pos="7355" userDrawn="1">
          <p15:clr>
            <a:srgbClr val="F26B43"/>
          </p15:clr>
        </p15:guide>
        <p15:guide id="7" orient="horz" pos="669" userDrawn="1">
          <p15:clr>
            <a:srgbClr val="A4A3A4"/>
          </p15:clr>
        </p15:guide>
        <p15:guide id="8" orient="horz" pos="450"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afajof.org/editorial-policies/" TargetMode="External"/><Relationship Id="rId13" Type="http://schemas.openxmlformats.org/officeDocument/2006/relationships/hyperlink" Target="https://taylorandfrancis.com/our-policies/ai-policy/" TargetMode="External"/><Relationship Id="rId3" Type="http://schemas.openxmlformats.org/officeDocument/2006/relationships/hyperlink" Target="https://www.cambridge.org/core/services/publishing-ethics/authorship-and-contributorship-journals#ai-contributions-to-research-content" TargetMode="External"/><Relationship Id="rId7" Type="http://schemas.openxmlformats.org/officeDocument/2006/relationships/hyperlink" Target="https://academic.oup.com/pages/for-authors/books/author-use-of-artificial-intelligence" TargetMode="External"/><Relationship Id="rId12" Type="http://schemas.openxmlformats.org/officeDocument/2006/relationships/hyperlink" Target="https://www.apa.org/pubs/journals/resources/publishing-tips/policy-generative-ai"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aaahq.org/Research/Journals/Manuscript-Preparation-Guide#generative-ai-statement" TargetMode="External"/><Relationship Id="rId11" Type="http://schemas.openxmlformats.org/officeDocument/2006/relationships/hyperlink" Target="https://group.springernature.com/gp/group/ai/ai-guidance-for-researchers-editors-reviewers" TargetMode="External"/><Relationship Id="rId5" Type="http://schemas.openxmlformats.org/officeDocument/2006/relationships/hyperlink" Target="https://www.elsevier.com/about/policies-and-standards/generative-ai-policies-for-journals" TargetMode="External"/><Relationship Id="rId15" Type="http://schemas.openxmlformats.org/officeDocument/2006/relationships/hyperlink" Target="https://www.wiley.com/en-us/publishing/article/ai-guidelines" TargetMode="External"/><Relationship Id="rId10" Type="http://schemas.openxmlformats.org/officeDocument/2006/relationships/hyperlink" Target="https://www.ama.org/ama-journals-editorial-policies-procedures/" TargetMode="External"/><Relationship Id="rId4" Type="http://schemas.openxmlformats.org/officeDocument/2006/relationships/hyperlink" Target="https://www.aom.org/publications/journals/publishing-with-aom/aom-artificial-intelligence-policy/" TargetMode="External"/><Relationship Id="rId9" Type="http://schemas.openxmlformats.org/officeDocument/2006/relationships/hyperlink" Target="https://www.sagepub.com/journals/publication-ethics-policies/artificial-intelligence-policy" TargetMode="External"/><Relationship Id="rId14" Type="http://schemas.openxmlformats.org/officeDocument/2006/relationships/hyperlink" Target="https://pubsonline.informs.org/page/serv/aipolic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85B9F-70E9-BD9E-0B6C-71D4006E393E}"/>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AC6E881-F91C-DA94-FAAF-494DB84163E5}"/>
              </a:ext>
            </a:extLst>
          </p:cNvPr>
          <p:cNvSpPr>
            <a:spLocks noGrp="1"/>
          </p:cNvSpPr>
          <p:nvPr>
            <p:ph type="sldNum" sz="quarter" idx="12"/>
          </p:nvPr>
        </p:nvSpPr>
        <p:spPr/>
        <p:txBody>
          <a:bodyPr/>
          <a:lstStyle/>
          <a:p>
            <a:fld id="{D7B5DC5B-6873-43DB-ADC7-B15ACCE0DFDB}" type="slidenum">
              <a:rPr lang="nl-NL" noProof="0" smtClean="0"/>
              <a:t>1</a:t>
            </a:fld>
            <a:endParaRPr lang="nl-NL" noProof="0"/>
          </a:p>
        </p:txBody>
      </p:sp>
      <p:sp>
        <p:nvSpPr>
          <p:cNvPr id="26" name="TextBox 25">
            <a:extLst>
              <a:ext uri="{FF2B5EF4-FFF2-40B4-BE49-F238E27FC236}">
                <a16:creationId xmlns:a16="http://schemas.microsoft.com/office/drawing/2014/main" id="{54BE3EEA-E98F-7706-77D2-3213A14F835D}"/>
              </a:ext>
            </a:extLst>
          </p:cNvPr>
          <p:cNvSpPr txBox="1"/>
          <p:nvPr/>
        </p:nvSpPr>
        <p:spPr>
          <a:xfrm>
            <a:off x="6360816" y="4511614"/>
            <a:ext cx="1168311" cy="400110"/>
          </a:xfrm>
          <a:prstGeom prst="rect">
            <a:avLst/>
          </a:prstGeom>
          <a:noFill/>
        </p:spPr>
        <p:txBody>
          <a:bodyPr wrap="square">
            <a:spAutoFit/>
          </a:bodyPr>
          <a:lstStyle/>
          <a:p>
            <a:r>
              <a:rPr lang="en-US" sz="2000" b="1" dirty="0">
                <a:solidFill>
                  <a:schemeClr val="bg1"/>
                </a:solidFill>
              </a:rPr>
              <a:t>0.54 m €</a:t>
            </a:r>
          </a:p>
        </p:txBody>
      </p:sp>
      <p:sp>
        <p:nvSpPr>
          <p:cNvPr id="27" name="TextBox 26">
            <a:extLst>
              <a:ext uri="{FF2B5EF4-FFF2-40B4-BE49-F238E27FC236}">
                <a16:creationId xmlns:a16="http://schemas.microsoft.com/office/drawing/2014/main" id="{C0733822-452C-ECC5-7549-FBCF1A13DBC8}"/>
              </a:ext>
            </a:extLst>
          </p:cNvPr>
          <p:cNvSpPr txBox="1"/>
          <p:nvPr/>
        </p:nvSpPr>
        <p:spPr>
          <a:xfrm>
            <a:off x="6932033" y="5830314"/>
            <a:ext cx="1168311" cy="400110"/>
          </a:xfrm>
          <a:prstGeom prst="rect">
            <a:avLst/>
          </a:prstGeom>
          <a:noFill/>
        </p:spPr>
        <p:txBody>
          <a:bodyPr wrap="square">
            <a:spAutoFit/>
          </a:bodyPr>
          <a:lstStyle/>
          <a:p>
            <a:r>
              <a:rPr lang="en-US" sz="2000" b="1" dirty="0">
                <a:solidFill>
                  <a:schemeClr val="bg1"/>
                </a:solidFill>
              </a:rPr>
              <a:t>0.40 m €</a:t>
            </a:r>
          </a:p>
        </p:txBody>
      </p:sp>
      <p:sp>
        <p:nvSpPr>
          <p:cNvPr id="2" name="Title 1">
            <a:extLst>
              <a:ext uri="{FF2B5EF4-FFF2-40B4-BE49-F238E27FC236}">
                <a16:creationId xmlns:a16="http://schemas.microsoft.com/office/drawing/2014/main" id="{5FF56A2E-9BEB-6D55-6C67-589B6BECA2D9}"/>
              </a:ext>
            </a:extLst>
          </p:cNvPr>
          <p:cNvSpPr>
            <a:spLocks noGrp="1"/>
          </p:cNvSpPr>
          <p:nvPr>
            <p:ph type="title"/>
          </p:nvPr>
        </p:nvSpPr>
        <p:spPr>
          <a:xfrm>
            <a:off x="2555968" y="3659571"/>
            <a:ext cx="9524350" cy="2293816"/>
          </a:xfrm>
        </p:spPr>
        <p:txBody>
          <a:bodyPr/>
          <a:lstStyle/>
          <a:p>
            <a:br>
              <a:rPr lang="nl-NL" sz="2800" dirty="0"/>
            </a:br>
            <a:br>
              <a:rPr lang="en-NL" sz="2800"/>
            </a:br>
            <a:br>
              <a:rPr lang="en-NL" sz="2800"/>
            </a:br>
            <a:br>
              <a:rPr lang="en-NL" sz="2800"/>
            </a:br>
            <a:endParaRPr lang="en-US" sz="2800" b="0" dirty="0">
              <a:solidFill>
                <a:schemeClr val="tx1"/>
              </a:solidFill>
            </a:endParaRPr>
          </a:p>
        </p:txBody>
      </p:sp>
      <p:sp>
        <p:nvSpPr>
          <p:cNvPr id="4" name="Title 1">
            <a:extLst>
              <a:ext uri="{FF2B5EF4-FFF2-40B4-BE49-F238E27FC236}">
                <a16:creationId xmlns:a16="http://schemas.microsoft.com/office/drawing/2014/main" id="{C59AD4DB-CFFD-2CA7-A32B-738F28895D74}"/>
              </a:ext>
            </a:extLst>
          </p:cNvPr>
          <p:cNvSpPr txBox="1">
            <a:spLocks/>
          </p:cNvSpPr>
          <p:nvPr/>
        </p:nvSpPr>
        <p:spPr>
          <a:xfrm>
            <a:off x="679596" y="995660"/>
            <a:ext cx="10027389" cy="4812327"/>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b="1" kern="1200">
                <a:solidFill>
                  <a:schemeClr val="accent2"/>
                </a:solidFill>
                <a:latin typeface="+mj-lt"/>
                <a:ea typeface="+mj-ea"/>
                <a:cs typeface="+mj-cs"/>
              </a:defRPr>
            </a:lvl1pPr>
          </a:lstStyle>
          <a:p>
            <a:pPr algn="r"/>
            <a:endParaRPr lang="en-US" sz="3200" b="0" dirty="0">
              <a:solidFill>
                <a:schemeClr val="tx1"/>
              </a:solidFill>
            </a:endParaRPr>
          </a:p>
        </p:txBody>
      </p:sp>
      <p:sp>
        <p:nvSpPr>
          <p:cNvPr id="8" name="Title 1">
            <a:extLst>
              <a:ext uri="{FF2B5EF4-FFF2-40B4-BE49-F238E27FC236}">
                <a16:creationId xmlns:a16="http://schemas.microsoft.com/office/drawing/2014/main" id="{4D33E92D-54D8-D040-5E27-E443E4B3BA7B}"/>
              </a:ext>
            </a:extLst>
          </p:cNvPr>
          <p:cNvSpPr txBox="1">
            <a:spLocks/>
          </p:cNvSpPr>
          <p:nvPr/>
        </p:nvSpPr>
        <p:spPr>
          <a:xfrm>
            <a:off x="4025276" y="749187"/>
            <a:ext cx="7227544" cy="2387364"/>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b="1" kern="1200">
                <a:solidFill>
                  <a:schemeClr val="accent2"/>
                </a:solidFill>
                <a:latin typeface="+mj-lt"/>
                <a:ea typeface="+mj-ea"/>
                <a:cs typeface="+mj-cs"/>
              </a:defRPr>
            </a:lvl1pPr>
          </a:lstStyle>
          <a:p>
            <a:endParaRPr lang="en-US" sz="3200" b="0" dirty="0">
              <a:solidFill>
                <a:schemeClr val="tx1"/>
              </a:solidFill>
            </a:endParaRPr>
          </a:p>
        </p:txBody>
      </p:sp>
      <p:sp>
        <p:nvSpPr>
          <p:cNvPr id="9" name="Title 1">
            <a:extLst>
              <a:ext uri="{FF2B5EF4-FFF2-40B4-BE49-F238E27FC236}">
                <a16:creationId xmlns:a16="http://schemas.microsoft.com/office/drawing/2014/main" id="{A2C9BD75-78D6-B346-8A9A-DBB43701BCB0}"/>
              </a:ext>
            </a:extLst>
          </p:cNvPr>
          <p:cNvSpPr txBox="1">
            <a:spLocks/>
          </p:cNvSpPr>
          <p:nvPr/>
        </p:nvSpPr>
        <p:spPr>
          <a:xfrm>
            <a:off x="444004" y="1322562"/>
            <a:ext cx="3590648" cy="4608498"/>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b="1" kern="1200">
                <a:solidFill>
                  <a:schemeClr val="accent2"/>
                </a:solidFill>
                <a:latin typeface="+mj-lt"/>
                <a:ea typeface="+mj-ea"/>
                <a:cs typeface="+mj-cs"/>
              </a:defRPr>
            </a:lvl1pPr>
          </a:lstStyle>
          <a:p>
            <a:pPr algn="ctr"/>
            <a:br>
              <a:rPr lang="en-US" sz="2800"/>
            </a:br>
            <a:endParaRPr lang="en-US" sz="2800" dirty="0"/>
          </a:p>
        </p:txBody>
      </p:sp>
      <p:sp>
        <p:nvSpPr>
          <p:cNvPr id="10" name="TextBox 9">
            <a:extLst>
              <a:ext uri="{FF2B5EF4-FFF2-40B4-BE49-F238E27FC236}">
                <a16:creationId xmlns:a16="http://schemas.microsoft.com/office/drawing/2014/main" id="{70284D7D-EAEF-2931-01E8-5E9B7CA8DACA}"/>
              </a:ext>
            </a:extLst>
          </p:cNvPr>
          <p:cNvSpPr txBox="1"/>
          <p:nvPr/>
        </p:nvSpPr>
        <p:spPr>
          <a:xfrm>
            <a:off x="1627322" y="2340244"/>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NL" sz="1600" dirty="0" err="1"/>
          </a:p>
        </p:txBody>
      </p:sp>
      <p:sp>
        <p:nvSpPr>
          <p:cNvPr id="11" name="TextBox 10">
            <a:extLst>
              <a:ext uri="{FF2B5EF4-FFF2-40B4-BE49-F238E27FC236}">
                <a16:creationId xmlns:a16="http://schemas.microsoft.com/office/drawing/2014/main" id="{2A6E4F87-779A-6045-D69A-D3CF6DA8C6C0}"/>
              </a:ext>
            </a:extLst>
          </p:cNvPr>
          <p:cNvSpPr txBox="1"/>
          <p:nvPr/>
        </p:nvSpPr>
        <p:spPr>
          <a:xfrm>
            <a:off x="-2291262" y="2237632"/>
            <a:ext cx="45719" cy="45719"/>
          </a:xfrm>
          <a:prstGeom prst="rect">
            <a:avLst/>
          </a:prstGeom>
          <a:noFill/>
        </p:spPr>
        <p:txBody>
          <a:bodyPr wrap="none" lIns="0" tIns="0" rIns="0" bIns="0" rtlCol="0">
            <a:noAutofit/>
          </a:bodyPr>
          <a:lstStyle/>
          <a:p>
            <a:pPr algn="l">
              <a:lnSpc>
                <a:spcPct val="90000"/>
              </a:lnSpc>
              <a:spcBef>
                <a:spcPts val="600"/>
              </a:spcBef>
              <a:spcAft>
                <a:spcPts val="600"/>
              </a:spcAft>
            </a:pPr>
            <a:endParaRPr lang="en-NL" sz="1600" dirty="0" err="1"/>
          </a:p>
        </p:txBody>
      </p:sp>
      <p:sp>
        <p:nvSpPr>
          <p:cNvPr id="14" name="TextBox 13">
            <a:extLst>
              <a:ext uri="{FF2B5EF4-FFF2-40B4-BE49-F238E27FC236}">
                <a16:creationId xmlns:a16="http://schemas.microsoft.com/office/drawing/2014/main" id="{36326E05-EEE6-0BF2-61F4-890373A957D9}"/>
              </a:ext>
            </a:extLst>
          </p:cNvPr>
          <p:cNvSpPr txBox="1"/>
          <p:nvPr/>
        </p:nvSpPr>
        <p:spPr>
          <a:xfrm>
            <a:off x="1645920" y="1904104"/>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US" sz="1600" dirty="0" err="1"/>
          </a:p>
        </p:txBody>
      </p:sp>
      <p:sp>
        <p:nvSpPr>
          <p:cNvPr id="18" name="TextBox 17">
            <a:extLst>
              <a:ext uri="{FF2B5EF4-FFF2-40B4-BE49-F238E27FC236}">
                <a16:creationId xmlns:a16="http://schemas.microsoft.com/office/drawing/2014/main" id="{E52D94C8-02F0-05C7-9BCC-A9D0E4CA4C54}"/>
              </a:ext>
            </a:extLst>
          </p:cNvPr>
          <p:cNvSpPr txBox="1"/>
          <p:nvPr/>
        </p:nvSpPr>
        <p:spPr>
          <a:xfrm>
            <a:off x="236668" y="2951188"/>
            <a:ext cx="8046720" cy="369332"/>
          </a:xfrm>
          <a:prstGeom prst="rect">
            <a:avLst/>
          </a:prstGeom>
          <a:noFill/>
        </p:spPr>
        <p:txBody>
          <a:bodyPr wrap="square">
            <a:spAutoFit/>
          </a:bodyPr>
          <a:lstStyle/>
          <a:p>
            <a:endParaRPr lang="en-US"/>
          </a:p>
        </p:txBody>
      </p:sp>
      <p:sp>
        <p:nvSpPr>
          <p:cNvPr id="22" name="TextBox 21">
            <a:extLst>
              <a:ext uri="{FF2B5EF4-FFF2-40B4-BE49-F238E27FC236}">
                <a16:creationId xmlns:a16="http://schemas.microsoft.com/office/drawing/2014/main" id="{0FC40A21-FE7F-A71B-6486-B3625804B39B}"/>
              </a:ext>
            </a:extLst>
          </p:cNvPr>
          <p:cNvSpPr txBox="1"/>
          <p:nvPr/>
        </p:nvSpPr>
        <p:spPr>
          <a:xfrm>
            <a:off x="7680960" y="1678193"/>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US" sz="1600" dirty="0" err="1"/>
          </a:p>
        </p:txBody>
      </p:sp>
      <p:sp>
        <p:nvSpPr>
          <p:cNvPr id="20" name="TextBox 19">
            <a:extLst>
              <a:ext uri="{FF2B5EF4-FFF2-40B4-BE49-F238E27FC236}">
                <a16:creationId xmlns:a16="http://schemas.microsoft.com/office/drawing/2014/main" id="{665B2FA0-8582-1AFB-D89E-28F9443F466A}"/>
              </a:ext>
            </a:extLst>
          </p:cNvPr>
          <p:cNvSpPr txBox="1"/>
          <p:nvPr/>
        </p:nvSpPr>
        <p:spPr>
          <a:xfrm>
            <a:off x="4739951" y="100011"/>
            <a:ext cx="7148598" cy="438539"/>
          </a:xfrm>
          <a:prstGeom prst="rect">
            <a:avLst/>
          </a:prstGeom>
          <a:noFill/>
        </p:spPr>
        <p:txBody>
          <a:bodyPr wrap="square" lIns="0" tIns="0" rIns="0" bIns="0" rtlCol="0">
            <a:noAutofit/>
          </a:bodyPr>
          <a:lstStyle/>
          <a:p>
            <a:pPr algn="r">
              <a:lnSpc>
                <a:spcPct val="90000"/>
              </a:lnSpc>
              <a:spcBef>
                <a:spcPts val="600"/>
              </a:spcBef>
              <a:spcAft>
                <a:spcPts val="600"/>
              </a:spcAft>
            </a:pPr>
            <a:r>
              <a:rPr lang="en-US" sz="2600" b="1" dirty="0">
                <a:solidFill>
                  <a:schemeClr val="accent2"/>
                </a:solidFill>
              </a:rPr>
              <a:t>Faculty policy on use of LLMs/AI in research</a:t>
            </a:r>
          </a:p>
        </p:txBody>
      </p:sp>
      <p:sp>
        <p:nvSpPr>
          <p:cNvPr id="23" name="TextBox 22">
            <a:extLst>
              <a:ext uri="{FF2B5EF4-FFF2-40B4-BE49-F238E27FC236}">
                <a16:creationId xmlns:a16="http://schemas.microsoft.com/office/drawing/2014/main" id="{F8028C45-22EF-995B-EF44-B34F21EA2EA0}"/>
              </a:ext>
            </a:extLst>
          </p:cNvPr>
          <p:cNvSpPr txBox="1"/>
          <p:nvPr/>
        </p:nvSpPr>
        <p:spPr>
          <a:xfrm>
            <a:off x="939180" y="975318"/>
            <a:ext cx="11141138" cy="369332"/>
          </a:xfrm>
          <a:prstGeom prst="rect">
            <a:avLst/>
          </a:prstGeom>
          <a:noFill/>
        </p:spPr>
        <p:txBody>
          <a:bodyPr wrap="square">
            <a:spAutoFit/>
          </a:bodyPr>
          <a:lstStyle/>
          <a:p>
            <a:r>
              <a:rPr lang="en-US" dirty="0"/>
              <a:t>https://</a:t>
            </a:r>
            <a:r>
              <a:rPr lang="en-US" dirty="0" err="1"/>
              <a:t>medewerker.uva.nl</a:t>
            </a:r>
            <a:r>
              <a:rPr lang="en-US" dirty="0"/>
              <a:t>/</a:t>
            </a:r>
            <a:r>
              <a:rPr lang="en-US" dirty="0" err="1"/>
              <a:t>en</a:t>
            </a:r>
            <a:r>
              <a:rPr lang="en-US" dirty="0"/>
              <a:t>				</a:t>
            </a:r>
          </a:p>
        </p:txBody>
      </p:sp>
      <p:pic>
        <p:nvPicPr>
          <p:cNvPr id="24" name="Picture 23" descr="Url icon. Website icon. Internet address icon. Internet ...">
            <a:extLst>
              <a:ext uri="{FF2B5EF4-FFF2-40B4-BE49-F238E27FC236}">
                <a16:creationId xmlns:a16="http://schemas.microsoft.com/office/drawing/2014/main" id="{FB30502D-DBC1-4A15-BA55-977E966F9D03}"/>
              </a:ext>
            </a:extLst>
          </p:cNvPr>
          <p:cNvPicPr>
            <a:picLocks noChangeAspect="1"/>
          </p:cNvPicPr>
          <p:nvPr/>
        </p:nvPicPr>
        <p:blipFill>
          <a:blip r:embed="rId3"/>
          <a:stretch>
            <a:fillRect/>
          </a:stretch>
        </p:blipFill>
        <p:spPr>
          <a:xfrm>
            <a:off x="307601" y="819176"/>
            <a:ext cx="637440" cy="637440"/>
          </a:xfrm>
          <a:prstGeom prst="rect">
            <a:avLst/>
          </a:prstGeom>
        </p:spPr>
      </p:pic>
      <p:pic>
        <p:nvPicPr>
          <p:cNvPr id="30" name="Picture 29">
            <a:extLst>
              <a:ext uri="{FF2B5EF4-FFF2-40B4-BE49-F238E27FC236}">
                <a16:creationId xmlns:a16="http://schemas.microsoft.com/office/drawing/2014/main" id="{EFD0C2C4-6CED-B4ED-0C71-5B42D1B1FD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9008" y="1456616"/>
            <a:ext cx="5735712" cy="2938312"/>
          </a:xfrm>
          <a:prstGeom prst="rect">
            <a:avLst/>
          </a:prstGeom>
          <a:solidFill>
            <a:srgbClr val="C00000"/>
          </a:solidFill>
        </p:spPr>
      </p:pic>
      <p:sp>
        <p:nvSpPr>
          <p:cNvPr id="31" name="Left Arrow 30">
            <a:extLst>
              <a:ext uri="{FF2B5EF4-FFF2-40B4-BE49-F238E27FC236}">
                <a16:creationId xmlns:a16="http://schemas.microsoft.com/office/drawing/2014/main" id="{2C8F9EB9-828D-F0A1-01A0-451DDADE8634}"/>
              </a:ext>
            </a:extLst>
          </p:cNvPr>
          <p:cNvSpPr/>
          <p:nvPr/>
        </p:nvSpPr>
        <p:spPr>
          <a:xfrm>
            <a:off x="3664848" y="3639937"/>
            <a:ext cx="470857" cy="492222"/>
          </a:xfrm>
          <a:prstGeom prst="lef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US" sz="1600" dirty="0" err="1"/>
          </a:p>
        </p:txBody>
      </p:sp>
      <p:pic>
        <p:nvPicPr>
          <p:cNvPr id="36" name="Picture 35">
            <a:extLst>
              <a:ext uri="{FF2B5EF4-FFF2-40B4-BE49-F238E27FC236}">
                <a16:creationId xmlns:a16="http://schemas.microsoft.com/office/drawing/2014/main" id="{29A67F23-C660-BB94-6387-17C9C22DBC6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08801" y="1499161"/>
            <a:ext cx="5539195" cy="3627747"/>
          </a:xfrm>
          <a:prstGeom prst="rect">
            <a:avLst/>
          </a:prstGeom>
        </p:spPr>
      </p:pic>
      <p:sp>
        <p:nvSpPr>
          <p:cNvPr id="34" name="Left Arrow 33">
            <a:extLst>
              <a:ext uri="{FF2B5EF4-FFF2-40B4-BE49-F238E27FC236}">
                <a16:creationId xmlns:a16="http://schemas.microsoft.com/office/drawing/2014/main" id="{93FADD75-F504-EF71-3FE0-2F05C6AE873B}"/>
              </a:ext>
            </a:extLst>
          </p:cNvPr>
          <p:cNvSpPr/>
          <p:nvPr/>
        </p:nvSpPr>
        <p:spPr>
          <a:xfrm>
            <a:off x="7168191" y="1732953"/>
            <a:ext cx="470857" cy="492222"/>
          </a:xfrm>
          <a:prstGeom prst="lef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US" sz="1600" dirty="0" err="1"/>
          </a:p>
        </p:txBody>
      </p:sp>
    </p:spTree>
    <p:extLst>
      <p:ext uri="{BB962C8B-B14F-4D97-AF65-F5344CB8AC3E}">
        <p14:creationId xmlns:p14="http://schemas.microsoft.com/office/powerpoint/2010/main" val="77904094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38F62-2625-962D-9EB5-E453D24E87E5}"/>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9B4B4A0-8FF7-704A-379F-DB74ECC1D9DB}"/>
              </a:ext>
            </a:extLst>
          </p:cNvPr>
          <p:cNvSpPr>
            <a:spLocks noGrp="1"/>
          </p:cNvSpPr>
          <p:nvPr>
            <p:ph type="sldNum" sz="quarter" idx="12"/>
          </p:nvPr>
        </p:nvSpPr>
        <p:spPr/>
        <p:txBody>
          <a:bodyPr/>
          <a:lstStyle/>
          <a:p>
            <a:fld id="{D7B5DC5B-6873-43DB-ADC7-B15ACCE0DFDB}" type="slidenum">
              <a:rPr lang="nl-NL" noProof="0" smtClean="0"/>
              <a:t>2</a:t>
            </a:fld>
            <a:endParaRPr lang="nl-NL" noProof="0"/>
          </a:p>
        </p:txBody>
      </p:sp>
      <p:sp>
        <p:nvSpPr>
          <p:cNvPr id="26" name="TextBox 25">
            <a:extLst>
              <a:ext uri="{FF2B5EF4-FFF2-40B4-BE49-F238E27FC236}">
                <a16:creationId xmlns:a16="http://schemas.microsoft.com/office/drawing/2014/main" id="{977EB61C-782F-5305-C6DB-9947A6A15470}"/>
              </a:ext>
            </a:extLst>
          </p:cNvPr>
          <p:cNvSpPr txBox="1"/>
          <p:nvPr/>
        </p:nvSpPr>
        <p:spPr>
          <a:xfrm>
            <a:off x="6360816" y="4511614"/>
            <a:ext cx="1168311" cy="400110"/>
          </a:xfrm>
          <a:prstGeom prst="rect">
            <a:avLst/>
          </a:prstGeom>
          <a:noFill/>
        </p:spPr>
        <p:txBody>
          <a:bodyPr wrap="square">
            <a:spAutoFit/>
          </a:bodyPr>
          <a:lstStyle/>
          <a:p>
            <a:r>
              <a:rPr lang="en-US" sz="2000" b="1" dirty="0">
                <a:solidFill>
                  <a:schemeClr val="bg1"/>
                </a:solidFill>
              </a:rPr>
              <a:t>0.54 m €</a:t>
            </a:r>
          </a:p>
        </p:txBody>
      </p:sp>
      <p:sp>
        <p:nvSpPr>
          <p:cNvPr id="27" name="TextBox 26">
            <a:extLst>
              <a:ext uri="{FF2B5EF4-FFF2-40B4-BE49-F238E27FC236}">
                <a16:creationId xmlns:a16="http://schemas.microsoft.com/office/drawing/2014/main" id="{EE579367-AA2C-7D79-B194-F50065ECDFA5}"/>
              </a:ext>
            </a:extLst>
          </p:cNvPr>
          <p:cNvSpPr txBox="1"/>
          <p:nvPr/>
        </p:nvSpPr>
        <p:spPr>
          <a:xfrm>
            <a:off x="6932033" y="5830314"/>
            <a:ext cx="1168311" cy="400110"/>
          </a:xfrm>
          <a:prstGeom prst="rect">
            <a:avLst/>
          </a:prstGeom>
          <a:noFill/>
        </p:spPr>
        <p:txBody>
          <a:bodyPr wrap="square">
            <a:spAutoFit/>
          </a:bodyPr>
          <a:lstStyle/>
          <a:p>
            <a:r>
              <a:rPr lang="en-US" sz="2000" b="1" dirty="0">
                <a:solidFill>
                  <a:schemeClr val="bg1"/>
                </a:solidFill>
              </a:rPr>
              <a:t>0.40 m €</a:t>
            </a:r>
          </a:p>
        </p:txBody>
      </p:sp>
      <p:sp>
        <p:nvSpPr>
          <p:cNvPr id="2" name="Title 1">
            <a:extLst>
              <a:ext uri="{FF2B5EF4-FFF2-40B4-BE49-F238E27FC236}">
                <a16:creationId xmlns:a16="http://schemas.microsoft.com/office/drawing/2014/main" id="{92DBE969-6FA0-1715-0467-C6082C699182}"/>
              </a:ext>
            </a:extLst>
          </p:cNvPr>
          <p:cNvSpPr>
            <a:spLocks noGrp="1"/>
          </p:cNvSpPr>
          <p:nvPr>
            <p:ph type="title"/>
          </p:nvPr>
        </p:nvSpPr>
        <p:spPr>
          <a:xfrm>
            <a:off x="2555968" y="3659571"/>
            <a:ext cx="9524350" cy="2293816"/>
          </a:xfrm>
        </p:spPr>
        <p:txBody>
          <a:bodyPr/>
          <a:lstStyle/>
          <a:p>
            <a:br>
              <a:rPr lang="nl-NL" sz="2800" dirty="0"/>
            </a:br>
            <a:br>
              <a:rPr lang="en-NL" sz="2800"/>
            </a:br>
            <a:br>
              <a:rPr lang="en-NL" sz="2800"/>
            </a:br>
            <a:br>
              <a:rPr lang="en-NL" sz="2800"/>
            </a:br>
            <a:endParaRPr lang="en-US" sz="2800" b="0" dirty="0">
              <a:solidFill>
                <a:schemeClr val="tx1"/>
              </a:solidFill>
            </a:endParaRPr>
          </a:p>
        </p:txBody>
      </p:sp>
      <p:sp>
        <p:nvSpPr>
          <p:cNvPr id="4" name="Title 1">
            <a:extLst>
              <a:ext uri="{FF2B5EF4-FFF2-40B4-BE49-F238E27FC236}">
                <a16:creationId xmlns:a16="http://schemas.microsoft.com/office/drawing/2014/main" id="{722BAC2C-1D88-D9F4-BF99-3C31EDD80EC1}"/>
              </a:ext>
            </a:extLst>
          </p:cNvPr>
          <p:cNvSpPr txBox="1">
            <a:spLocks/>
          </p:cNvSpPr>
          <p:nvPr/>
        </p:nvSpPr>
        <p:spPr>
          <a:xfrm>
            <a:off x="679596" y="995660"/>
            <a:ext cx="10027389" cy="4812327"/>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b="1" kern="1200">
                <a:solidFill>
                  <a:schemeClr val="accent2"/>
                </a:solidFill>
                <a:latin typeface="+mj-lt"/>
                <a:ea typeface="+mj-ea"/>
                <a:cs typeface="+mj-cs"/>
              </a:defRPr>
            </a:lvl1pPr>
          </a:lstStyle>
          <a:p>
            <a:pPr algn="r"/>
            <a:endParaRPr lang="en-US" sz="3200" b="0" dirty="0">
              <a:solidFill>
                <a:schemeClr val="tx1"/>
              </a:solidFill>
            </a:endParaRPr>
          </a:p>
        </p:txBody>
      </p:sp>
      <p:sp>
        <p:nvSpPr>
          <p:cNvPr id="8" name="Title 1">
            <a:extLst>
              <a:ext uri="{FF2B5EF4-FFF2-40B4-BE49-F238E27FC236}">
                <a16:creationId xmlns:a16="http://schemas.microsoft.com/office/drawing/2014/main" id="{CBACCB04-B9D7-68A2-1037-CDA6316769D6}"/>
              </a:ext>
            </a:extLst>
          </p:cNvPr>
          <p:cNvSpPr txBox="1">
            <a:spLocks/>
          </p:cNvSpPr>
          <p:nvPr/>
        </p:nvSpPr>
        <p:spPr>
          <a:xfrm>
            <a:off x="4025276" y="749187"/>
            <a:ext cx="7227544" cy="2387364"/>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b="1" kern="1200">
                <a:solidFill>
                  <a:schemeClr val="accent2"/>
                </a:solidFill>
                <a:latin typeface="+mj-lt"/>
                <a:ea typeface="+mj-ea"/>
                <a:cs typeface="+mj-cs"/>
              </a:defRPr>
            </a:lvl1pPr>
          </a:lstStyle>
          <a:p>
            <a:endParaRPr lang="en-US" sz="3200" b="0" dirty="0">
              <a:solidFill>
                <a:schemeClr val="tx1"/>
              </a:solidFill>
            </a:endParaRPr>
          </a:p>
        </p:txBody>
      </p:sp>
      <p:sp>
        <p:nvSpPr>
          <p:cNvPr id="9" name="Title 1">
            <a:extLst>
              <a:ext uri="{FF2B5EF4-FFF2-40B4-BE49-F238E27FC236}">
                <a16:creationId xmlns:a16="http://schemas.microsoft.com/office/drawing/2014/main" id="{C6A2C1FD-694B-7D49-E23A-3556DB5BB27A}"/>
              </a:ext>
            </a:extLst>
          </p:cNvPr>
          <p:cNvSpPr txBox="1">
            <a:spLocks/>
          </p:cNvSpPr>
          <p:nvPr/>
        </p:nvSpPr>
        <p:spPr>
          <a:xfrm>
            <a:off x="444004" y="1322562"/>
            <a:ext cx="3590648" cy="4608498"/>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b="1" kern="1200">
                <a:solidFill>
                  <a:schemeClr val="accent2"/>
                </a:solidFill>
                <a:latin typeface="+mj-lt"/>
                <a:ea typeface="+mj-ea"/>
                <a:cs typeface="+mj-cs"/>
              </a:defRPr>
            </a:lvl1pPr>
          </a:lstStyle>
          <a:p>
            <a:pPr algn="ctr"/>
            <a:br>
              <a:rPr lang="en-US" sz="2800"/>
            </a:br>
            <a:endParaRPr lang="en-US" sz="2800" dirty="0"/>
          </a:p>
        </p:txBody>
      </p:sp>
      <p:sp>
        <p:nvSpPr>
          <p:cNvPr id="10" name="TextBox 9">
            <a:extLst>
              <a:ext uri="{FF2B5EF4-FFF2-40B4-BE49-F238E27FC236}">
                <a16:creationId xmlns:a16="http://schemas.microsoft.com/office/drawing/2014/main" id="{8BC34C46-0561-52FD-651A-B6B460E79A8A}"/>
              </a:ext>
            </a:extLst>
          </p:cNvPr>
          <p:cNvSpPr txBox="1"/>
          <p:nvPr/>
        </p:nvSpPr>
        <p:spPr>
          <a:xfrm>
            <a:off x="1627322" y="2340244"/>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NL" sz="1600" dirty="0" err="1"/>
          </a:p>
        </p:txBody>
      </p:sp>
      <p:sp>
        <p:nvSpPr>
          <p:cNvPr id="11" name="TextBox 10">
            <a:extLst>
              <a:ext uri="{FF2B5EF4-FFF2-40B4-BE49-F238E27FC236}">
                <a16:creationId xmlns:a16="http://schemas.microsoft.com/office/drawing/2014/main" id="{0502B5FF-D63C-28D0-49AA-8AE2F05DA55A}"/>
              </a:ext>
            </a:extLst>
          </p:cNvPr>
          <p:cNvSpPr txBox="1"/>
          <p:nvPr/>
        </p:nvSpPr>
        <p:spPr>
          <a:xfrm>
            <a:off x="-2291262" y="2237632"/>
            <a:ext cx="45719" cy="45719"/>
          </a:xfrm>
          <a:prstGeom prst="rect">
            <a:avLst/>
          </a:prstGeom>
          <a:noFill/>
        </p:spPr>
        <p:txBody>
          <a:bodyPr wrap="none" lIns="0" tIns="0" rIns="0" bIns="0" rtlCol="0">
            <a:noAutofit/>
          </a:bodyPr>
          <a:lstStyle/>
          <a:p>
            <a:pPr algn="l">
              <a:lnSpc>
                <a:spcPct val="90000"/>
              </a:lnSpc>
              <a:spcBef>
                <a:spcPts val="600"/>
              </a:spcBef>
              <a:spcAft>
                <a:spcPts val="600"/>
              </a:spcAft>
            </a:pPr>
            <a:endParaRPr lang="en-NL" sz="1600" dirty="0" err="1"/>
          </a:p>
        </p:txBody>
      </p:sp>
      <p:sp>
        <p:nvSpPr>
          <p:cNvPr id="14" name="TextBox 13">
            <a:extLst>
              <a:ext uri="{FF2B5EF4-FFF2-40B4-BE49-F238E27FC236}">
                <a16:creationId xmlns:a16="http://schemas.microsoft.com/office/drawing/2014/main" id="{71BD2E0D-E522-A8FD-2EE0-B1E0E90F0C47}"/>
              </a:ext>
            </a:extLst>
          </p:cNvPr>
          <p:cNvSpPr txBox="1"/>
          <p:nvPr/>
        </p:nvSpPr>
        <p:spPr>
          <a:xfrm>
            <a:off x="1645920" y="1904104"/>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US" sz="1600" dirty="0" err="1"/>
          </a:p>
        </p:txBody>
      </p:sp>
      <p:sp>
        <p:nvSpPr>
          <p:cNvPr id="18" name="TextBox 17">
            <a:extLst>
              <a:ext uri="{FF2B5EF4-FFF2-40B4-BE49-F238E27FC236}">
                <a16:creationId xmlns:a16="http://schemas.microsoft.com/office/drawing/2014/main" id="{5663655A-213A-B3E0-CCE9-FF3F91FC052D}"/>
              </a:ext>
            </a:extLst>
          </p:cNvPr>
          <p:cNvSpPr txBox="1"/>
          <p:nvPr/>
        </p:nvSpPr>
        <p:spPr>
          <a:xfrm>
            <a:off x="236668" y="2951188"/>
            <a:ext cx="8046720" cy="369332"/>
          </a:xfrm>
          <a:prstGeom prst="rect">
            <a:avLst/>
          </a:prstGeom>
          <a:noFill/>
        </p:spPr>
        <p:txBody>
          <a:bodyPr wrap="square">
            <a:spAutoFit/>
          </a:bodyPr>
          <a:lstStyle/>
          <a:p>
            <a:endParaRPr lang="en-US"/>
          </a:p>
        </p:txBody>
      </p:sp>
      <p:sp>
        <p:nvSpPr>
          <p:cNvPr id="22" name="TextBox 21">
            <a:extLst>
              <a:ext uri="{FF2B5EF4-FFF2-40B4-BE49-F238E27FC236}">
                <a16:creationId xmlns:a16="http://schemas.microsoft.com/office/drawing/2014/main" id="{5AAD29B1-BFB1-24B2-03E2-08BCE1B8F8E9}"/>
              </a:ext>
            </a:extLst>
          </p:cNvPr>
          <p:cNvSpPr txBox="1"/>
          <p:nvPr/>
        </p:nvSpPr>
        <p:spPr>
          <a:xfrm>
            <a:off x="7680960" y="1678193"/>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US" sz="1600" dirty="0" err="1"/>
          </a:p>
        </p:txBody>
      </p:sp>
      <p:sp>
        <p:nvSpPr>
          <p:cNvPr id="20" name="TextBox 19">
            <a:extLst>
              <a:ext uri="{FF2B5EF4-FFF2-40B4-BE49-F238E27FC236}">
                <a16:creationId xmlns:a16="http://schemas.microsoft.com/office/drawing/2014/main" id="{30F2A0C1-71AD-E65E-825E-9ED70D56C411}"/>
              </a:ext>
            </a:extLst>
          </p:cNvPr>
          <p:cNvSpPr txBox="1"/>
          <p:nvPr/>
        </p:nvSpPr>
        <p:spPr>
          <a:xfrm>
            <a:off x="4739951" y="100011"/>
            <a:ext cx="7148598" cy="438539"/>
          </a:xfrm>
          <a:prstGeom prst="rect">
            <a:avLst/>
          </a:prstGeom>
          <a:noFill/>
        </p:spPr>
        <p:txBody>
          <a:bodyPr wrap="square" lIns="0" tIns="0" rIns="0" bIns="0" rtlCol="0">
            <a:noAutofit/>
          </a:bodyPr>
          <a:lstStyle/>
          <a:p>
            <a:pPr algn="r">
              <a:lnSpc>
                <a:spcPct val="90000"/>
              </a:lnSpc>
              <a:spcBef>
                <a:spcPts val="600"/>
              </a:spcBef>
              <a:spcAft>
                <a:spcPts val="600"/>
              </a:spcAft>
            </a:pPr>
            <a:r>
              <a:rPr lang="en-US" sz="2600" b="1" dirty="0">
                <a:solidFill>
                  <a:schemeClr val="accent2"/>
                </a:solidFill>
              </a:rPr>
              <a:t>Faculty policy on use of LLMs/AI in research</a:t>
            </a:r>
          </a:p>
        </p:txBody>
      </p:sp>
      <p:sp>
        <p:nvSpPr>
          <p:cNvPr id="23" name="TextBox 22">
            <a:extLst>
              <a:ext uri="{FF2B5EF4-FFF2-40B4-BE49-F238E27FC236}">
                <a16:creationId xmlns:a16="http://schemas.microsoft.com/office/drawing/2014/main" id="{AC9AD83D-430E-7C4E-CD37-55F278DC87E8}"/>
              </a:ext>
            </a:extLst>
          </p:cNvPr>
          <p:cNvSpPr txBox="1"/>
          <p:nvPr/>
        </p:nvSpPr>
        <p:spPr>
          <a:xfrm>
            <a:off x="939180" y="975318"/>
            <a:ext cx="11141138" cy="369332"/>
          </a:xfrm>
          <a:prstGeom prst="rect">
            <a:avLst/>
          </a:prstGeom>
          <a:noFill/>
        </p:spPr>
        <p:txBody>
          <a:bodyPr wrap="square">
            <a:spAutoFit/>
          </a:bodyPr>
          <a:lstStyle/>
          <a:p>
            <a:r>
              <a:rPr lang="en-US" dirty="0"/>
              <a:t>https://</a:t>
            </a:r>
            <a:r>
              <a:rPr lang="en-US" dirty="0" err="1"/>
              <a:t>medewerker.uva.nl</a:t>
            </a:r>
            <a:r>
              <a:rPr lang="en-US" dirty="0"/>
              <a:t>/</a:t>
            </a:r>
            <a:r>
              <a:rPr lang="en-US" dirty="0" err="1"/>
              <a:t>en</a:t>
            </a:r>
            <a:r>
              <a:rPr lang="en-US" dirty="0"/>
              <a:t>				</a:t>
            </a:r>
          </a:p>
        </p:txBody>
      </p:sp>
      <p:pic>
        <p:nvPicPr>
          <p:cNvPr id="24" name="Picture 23" descr="Url icon. Website icon. Internet address icon. Internet ...">
            <a:extLst>
              <a:ext uri="{FF2B5EF4-FFF2-40B4-BE49-F238E27FC236}">
                <a16:creationId xmlns:a16="http://schemas.microsoft.com/office/drawing/2014/main" id="{A979B896-9B71-4BD3-67F7-20949CC88821}"/>
              </a:ext>
            </a:extLst>
          </p:cNvPr>
          <p:cNvPicPr>
            <a:picLocks noChangeAspect="1"/>
          </p:cNvPicPr>
          <p:nvPr/>
        </p:nvPicPr>
        <p:blipFill>
          <a:blip r:embed="rId3"/>
          <a:stretch>
            <a:fillRect/>
          </a:stretch>
        </p:blipFill>
        <p:spPr>
          <a:xfrm>
            <a:off x="307601" y="819176"/>
            <a:ext cx="637440" cy="637440"/>
          </a:xfrm>
          <a:prstGeom prst="rect">
            <a:avLst/>
          </a:prstGeom>
        </p:spPr>
      </p:pic>
      <p:pic>
        <p:nvPicPr>
          <p:cNvPr id="6" name="Picture 5">
            <a:extLst>
              <a:ext uri="{FF2B5EF4-FFF2-40B4-BE49-F238E27FC236}">
                <a16:creationId xmlns:a16="http://schemas.microsoft.com/office/drawing/2014/main" id="{7DCB90E8-6743-7FBD-D576-DDA73219CE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7601" y="1456616"/>
            <a:ext cx="3514496" cy="3429000"/>
          </a:xfrm>
          <a:prstGeom prst="rect">
            <a:avLst/>
          </a:prstGeom>
        </p:spPr>
      </p:pic>
      <p:sp>
        <p:nvSpPr>
          <p:cNvPr id="31" name="Left Arrow 30">
            <a:extLst>
              <a:ext uri="{FF2B5EF4-FFF2-40B4-BE49-F238E27FC236}">
                <a16:creationId xmlns:a16="http://schemas.microsoft.com/office/drawing/2014/main" id="{E6DCA549-A236-2A28-7CC6-4E610780DD49}"/>
              </a:ext>
            </a:extLst>
          </p:cNvPr>
          <p:cNvSpPr/>
          <p:nvPr/>
        </p:nvSpPr>
        <p:spPr>
          <a:xfrm>
            <a:off x="2947529" y="4393394"/>
            <a:ext cx="470857" cy="492222"/>
          </a:xfrm>
          <a:prstGeom prst="lef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US" sz="1600" dirty="0" err="1"/>
          </a:p>
        </p:txBody>
      </p:sp>
      <p:sp>
        <p:nvSpPr>
          <p:cNvPr id="7" name="Left Arrow 6">
            <a:extLst>
              <a:ext uri="{FF2B5EF4-FFF2-40B4-BE49-F238E27FC236}">
                <a16:creationId xmlns:a16="http://schemas.microsoft.com/office/drawing/2014/main" id="{943864EA-94EB-4102-45CE-4B0C8CE68B51}"/>
              </a:ext>
            </a:extLst>
          </p:cNvPr>
          <p:cNvSpPr/>
          <p:nvPr/>
        </p:nvSpPr>
        <p:spPr>
          <a:xfrm>
            <a:off x="626321" y="2612137"/>
            <a:ext cx="470857" cy="492222"/>
          </a:xfrm>
          <a:prstGeom prst="lef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US" sz="1600" dirty="0" err="1"/>
          </a:p>
        </p:txBody>
      </p:sp>
      <p:pic>
        <p:nvPicPr>
          <p:cNvPr id="13" name="Picture 12">
            <a:extLst>
              <a:ext uri="{FF2B5EF4-FFF2-40B4-BE49-F238E27FC236}">
                <a16:creationId xmlns:a16="http://schemas.microsoft.com/office/drawing/2014/main" id="{30F2ACD6-F8C0-FEEF-1B97-4B1ED1B2A5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31261" y="515794"/>
            <a:ext cx="5475724" cy="6242195"/>
          </a:xfrm>
          <a:prstGeom prst="rect">
            <a:avLst/>
          </a:prstGeom>
        </p:spPr>
      </p:pic>
    </p:spTree>
    <p:extLst>
      <p:ext uri="{BB962C8B-B14F-4D97-AF65-F5344CB8AC3E}">
        <p14:creationId xmlns:p14="http://schemas.microsoft.com/office/powerpoint/2010/main" val="247262709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2A491-331F-E097-380F-ECA94423AF9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D927107-36F2-723D-A05A-DE2C018080BA}"/>
              </a:ext>
            </a:extLst>
          </p:cNvPr>
          <p:cNvSpPr>
            <a:spLocks noGrp="1"/>
          </p:cNvSpPr>
          <p:nvPr>
            <p:ph type="sldNum" sz="quarter" idx="12"/>
          </p:nvPr>
        </p:nvSpPr>
        <p:spPr/>
        <p:txBody>
          <a:bodyPr/>
          <a:lstStyle/>
          <a:p>
            <a:fld id="{D7B5DC5B-6873-43DB-ADC7-B15ACCE0DFDB}" type="slidenum">
              <a:rPr lang="nl-NL" noProof="0" smtClean="0"/>
              <a:t>3</a:t>
            </a:fld>
            <a:endParaRPr lang="nl-NL" noProof="0"/>
          </a:p>
        </p:txBody>
      </p:sp>
      <p:sp>
        <p:nvSpPr>
          <p:cNvPr id="26" name="TextBox 25">
            <a:extLst>
              <a:ext uri="{FF2B5EF4-FFF2-40B4-BE49-F238E27FC236}">
                <a16:creationId xmlns:a16="http://schemas.microsoft.com/office/drawing/2014/main" id="{F4A0D3ED-3350-88BF-3F62-BF9CD490A01A}"/>
              </a:ext>
            </a:extLst>
          </p:cNvPr>
          <p:cNvSpPr txBox="1"/>
          <p:nvPr/>
        </p:nvSpPr>
        <p:spPr>
          <a:xfrm>
            <a:off x="6360816" y="4511614"/>
            <a:ext cx="1168311" cy="400110"/>
          </a:xfrm>
          <a:prstGeom prst="rect">
            <a:avLst/>
          </a:prstGeom>
          <a:noFill/>
        </p:spPr>
        <p:txBody>
          <a:bodyPr wrap="square">
            <a:spAutoFit/>
          </a:bodyPr>
          <a:lstStyle/>
          <a:p>
            <a:r>
              <a:rPr lang="en-US" sz="2000" b="1" dirty="0">
                <a:solidFill>
                  <a:schemeClr val="bg1"/>
                </a:solidFill>
              </a:rPr>
              <a:t>0.54 m €</a:t>
            </a:r>
          </a:p>
        </p:txBody>
      </p:sp>
      <p:sp>
        <p:nvSpPr>
          <p:cNvPr id="27" name="TextBox 26">
            <a:extLst>
              <a:ext uri="{FF2B5EF4-FFF2-40B4-BE49-F238E27FC236}">
                <a16:creationId xmlns:a16="http://schemas.microsoft.com/office/drawing/2014/main" id="{CA3539A1-F8EC-59F5-132C-7F4B7273E54C}"/>
              </a:ext>
            </a:extLst>
          </p:cNvPr>
          <p:cNvSpPr txBox="1"/>
          <p:nvPr/>
        </p:nvSpPr>
        <p:spPr>
          <a:xfrm>
            <a:off x="6932033" y="5830314"/>
            <a:ext cx="1168311" cy="400110"/>
          </a:xfrm>
          <a:prstGeom prst="rect">
            <a:avLst/>
          </a:prstGeom>
          <a:noFill/>
        </p:spPr>
        <p:txBody>
          <a:bodyPr wrap="square">
            <a:spAutoFit/>
          </a:bodyPr>
          <a:lstStyle/>
          <a:p>
            <a:r>
              <a:rPr lang="en-US" sz="2000" b="1" dirty="0">
                <a:solidFill>
                  <a:schemeClr val="bg1"/>
                </a:solidFill>
              </a:rPr>
              <a:t>0.40 m €</a:t>
            </a:r>
          </a:p>
        </p:txBody>
      </p:sp>
      <p:sp>
        <p:nvSpPr>
          <p:cNvPr id="2" name="Title 1">
            <a:extLst>
              <a:ext uri="{FF2B5EF4-FFF2-40B4-BE49-F238E27FC236}">
                <a16:creationId xmlns:a16="http://schemas.microsoft.com/office/drawing/2014/main" id="{D354CE91-2E35-5FC1-34DB-98B06F39CCA7}"/>
              </a:ext>
            </a:extLst>
          </p:cNvPr>
          <p:cNvSpPr>
            <a:spLocks noGrp="1"/>
          </p:cNvSpPr>
          <p:nvPr>
            <p:ph type="title"/>
          </p:nvPr>
        </p:nvSpPr>
        <p:spPr>
          <a:xfrm>
            <a:off x="2555968" y="3659571"/>
            <a:ext cx="9524350" cy="2293816"/>
          </a:xfrm>
        </p:spPr>
        <p:txBody>
          <a:bodyPr/>
          <a:lstStyle/>
          <a:p>
            <a:br>
              <a:rPr lang="nl-NL" sz="2800" dirty="0"/>
            </a:br>
            <a:br>
              <a:rPr lang="en-NL" sz="2800"/>
            </a:br>
            <a:br>
              <a:rPr lang="en-NL" sz="2800"/>
            </a:br>
            <a:br>
              <a:rPr lang="en-NL" sz="2800"/>
            </a:br>
            <a:endParaRPr lang="en-US" sz="2800" b="0" dirty="0">
              <a:solidFill>
                <a:schemeClr val="tx1"/>
              </a:solidFill>
            </a:endParaRPr>
          </a:p>
        </p:txBody>
      </p:sp>
      <p:sp>
        <p:nvSpPr>
          <p:cNvPr id="4" name="Title 1">
            <a:extLst>
              <a:ext uri="{FF2B5EF4-FFF2-40B4-BE49-F238E27FC236}">
                <a16:creationId xmlns:a16="http://schemas.microsoft.com/office/drawing/2014/main" id="{FCD80F01-B4FE-7DAC-C7B9-8A0FF8E5D153}"/>
              </a:ext>
            </a:extLst>
          </p:cNvPr>
          <p:cNvSpPr txBox="1">
            <a:spLocks/>
          </p:cNvSpPr>
          <p:nvPr/>
        </p:nvSpPr>
        <p:spPr>
          <a:xfrm>
            <a:off x="679596" y="995660"/>
            <a:ext cx="10027389" cy="4812327"/>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b="1" kern="1200">
                <a:solidFill>
                  <a:schemeClr val="accent2"/>
                </a:solidFill>
                <a:latin typeface="+mj-lt"/>
                <a:ea typeface="+mj-ea"/>
                <a:cs typeface="+mj-cs"/>
              </a:defRPr>
            </a:lvl1pPr>
          </a:lstStyle>
          <a:p>
            <a:pPr algn="r"/>
            <a:endParaRPr lang="en-US" sz="3200" b="0" dirty="0">
              <a:solidFill>
                <a:schemeClr val="tx1"/>
              </a:solidFill>
            </a:endParaRPr>
          </a:p>
        </p:txBody>
      </p:sp>
      <p:sp>
        <p:nvSpPr>
          <p:cNvPr id="8" name="Title 1">
            <a:extLst>
              <a:ext uri="{FF2B5EF4-FFF2-40B4-BE49-F238E27FC236}">
                <a16:creationId xmlns:a16="http://schemas.microsoft.com/office/drawing/2014/main" id="{D7AF9D68-0BD7-CB3A-B22F-0BD0FCD6F3AA}"/>
              </a:ext>
            </a:extLst>
          </p:cNvPr>
          <p:cNvSpPr txBox="1">
            <a:spLocks/>
          </p:cNvSpPr>
          <p:nvPr/>
        </p:nvSpPr>
        <p:spPr>
          <a:xfrm>
            <a:off x="4025276" y="749187"/>
            <a:ext cx="7227544" cy="2387364"/>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b="1" kern="1200">
                <a:solidFill>
                  <a:schemeClr val="accent2"/>
                </a:solidFill>
                <a:latin typeface="+mj-lt"/>
                <a:ea typeface="+mj-ea"/>
                <a:cs typeface="+mj-cs"/>
              </a:defRPr>
            </a:lvl1pPr>
          </a:lstStyle>
          <a:p>
            <a:endParaRPr lang="en-US" sz="3200" b="0" dirty="0">
              <a:solidFill>
                <a:schemeClr val="tx1"/>
              </a:solidFill>
            </a:endParaRPr>
          </a:p>
        </p:txBody>
      </p:sp>
      <p:sp>
        <p:nvSpPr>
          <p:cNvPr id="9" name="Title 1">
            <a:extLst>
              <a:ext uri="{FF2B5EF4-FFF2-40B4-BE49-F238E27FC236}">
                <a16:creationId xmlns:a16="http://schemas.microsoft.com/office/drawing/2014/main" id="{E6766836-1B91-1E9B-3D6E-1C6BF3CB901B}"/>
              </a:ext>
            </a:extLst>
          </p:cNvPr>
          <p:cNvSpPr txBox="1">
            <a:spLocks/>
          </p:cNvSpPr>
          <p:nvPr/>
        </p:nvSpPr>
        <p:spPr>
          <a:xfrm>
            <a:off x="444004" y="1322562"/>
            <a:ext cx="3590648" cy="4608498"/>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b="1" kern="1200">
                <a:solidFill>
                  <a:schemeClr val="accent2"/>
                </a:solidFill>
                <a:latin typeface="+mj-lt"/>
                <a:ea typeface="+mj-ea"/>
                <a:cs typeface="+mj-cs"/>
              </a:defRPr>
            </a:lvl1pPr>
          </a:lstStyle>
          <a:p>
            <a:pPr algn="ctr"/>
            <a:br>
              <a:rPr lang="en-US" sz="2800"/>
            </a:br>
            <a:endParaRPr lang="en-US" sz="2800" dirty="0"/>
          </a:p>
        </p:txBody>
      </p:sp>
      <p:sp>
        <p:nvSpPr>
          <p:cNvPr id="10" name="TextBox 9">
            <a:extLst>
              <a:ext uri="{FF2B5EF4-FFF2-40B4-BE49-F238E27FC236}">
                <a16:creationId xmlns:a16="http://schemas.microsoft.com/office/drawing/2014/main" id="{0010E884-BA41-63A4-3347-91B52120946B}"/>
              </a:ext>
            </a:extLst>
          </p:cNvPr>
          <p:cNvSpPr txBox="1"/>
          <p:nvPr/>
        </p:nvSpPr>
        <p:spPr>
          <a:xfrm>
            <a:off x="1627322" y="2340244"/>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NL" sz="1600" dirty="0" err="1"/>
          </a:p>
        </p:txBody>
      </p:sp>
      <p:sp>
        <p:nvSpPr>
          <p:cNvPr id="11" name="TextBox 10">
            <a:extLst>
              <a:ext uri="{FF2B5EF4-FFF2-40B4-BE49-F238E27FC236}">
                <a16:creationId xmlns:a16="http://schemas.microsoft.com/office/drawing/2014/main" id="{9407E275-5E48-6AD4-5363-3A7C3F9667A4}"/>
              </a:ext>
            </a:extLst>
          </p:cNvPr>
          <p:cNvSpPr txBox="1"/>
          <p:nvPr/>
        </p:nvSpPr>
        <p:spPr>
          <a:xfrm>
            <a:off x="-2291262" y="2237632"/>
            <a:ext cx="45719" cy="45719"/>
          </a:xfrm>
          <a:prstGeom prst="rect">
            <a:avLst/>
          </a:prstGeom>
          <a:noFill/>
        </p:spPr>
        <p:txBody>
          <a:bodyPr wrap="none" lIns="0" tIns="0" rIns="0" bIns="0" rtlCol="0">
            <a:noAutofit/>
          </a:bodyPr>
          <a:lstStyle/>
          <a:p>
            <a:pPr algn="l">
              <a:lnSpc>
                <a:spcPct val="90000"/>
              </a:lnSpc>
              <a:spcBef>
                <a:spcPts val="600"/>
              </a:spcBef>
              <a:spcAft>
                <a:spcPts val="600"/>
              </a:spcAft>
            </a:pPr>
            <a:endParaRPr lang="en-NL" sz="1600" dirty="0" err="1"/>
          </a:p>
        </p:txBody>
      </p:sp>
      <p:sp>
        <p:nvSpPr>
          <p:cNvPr id="14" name="TextBox 13">
            <a:extLst>
              <a:ext uri="{FF2B5EF4-FFF2-40B4-BE49-F238E27FC236}">
                <a16:creationId xmlns:a16="http://schemas.microsoft.com/office/drawing/2014/main" id="{ACB61E60-493A-1B07-7E3B-4359A565F74C}"/>
              </a:ext>
            </a:extLst>
          </p:cNvPr>
          <p:cNvSpPr txBox="1"/>
          <p:nvPr/>
        </p:nvSpPr>
        <p:spPr>
          <a:xfrm>
            <a:off x="1645920" y="1904104"/>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US" sz="1600" dirty="0" err="1"/>
          </a:p>
        </p:txBody>
      </p:sp>
      <p:sp>
        <p:nvSpPr>
          <p:cNvPr id="18" name="TextBox 17">
            <a:extLst>
              <a:ext uri="{FF2B5EF4-FFF2-40B4-BE49-F238E27FC236}">
                <a16:creationId xmlns:a16="http://schemas.microsoft.com/office/drawing/2014/main" id="{B47D6D3B-954D-D767-D2A0-5AED37307C0E}"/>
              </a:ext>
            </a:extLst>
          </p:cNvPr>
          <p:cNvSpPr txBox="1"/>
          <p:nvPr/>
        </p:nvSpPr>
        <p:spPr>
          <a:xfrm>
            <a:off x="236668" y="2951188"/>
            <a:ext cx="8046720" cy="369332"/>
          </a:xfrm>
          <a:prstGeom prst="rect">
            <a:avLst/>
          </a:prstGeom>
          <a:noFill/>
        </p:spPr>
        <p:txBody>
          <a:bodyPr wrap="square">
            <a:spAutoFit/>
          </a:bodyPr>
          <a:lstStyle/>
          <a:p>
            <a:endParaRPr lang="en-US"/>
          </a:p>
        </p:txBody>
      </p:sp>
      <p:sp>
        <p:nvSpPr>
          <p:cNvPr id="22" name="TextBox 21">
            <a:extLst>
              <a:ext uri="{FF2B5EF4-FFF2-40B4-BE49-F238E27FC236}">
                <a16:creationId xmlns:a16="http://schemas.microsoft.com/office/drawing/2014/main" id="{3011A885-7190-B147-C286-BF1BFDA7AB68}"/>
              </a:ext>
            </a:extLst>
          </p:cNvPr>
          <p:cNvSpPr txBox="1"/>
          <p:nvPr/>
        </p:nvSpPr>
        <p:spPr>
          <a:xfrm>
            <a:off x="7680960" y="1678193"/>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US" sz="1600" dirty="0" err="1"/>
          </a:p>
        </p:txBody>
      </p:sp>
      <p:sp>
        <p:nvSpPr>
          <p:cNvPr id="20" name="TextBox 19">
            <a:extLst>
              <a:ext uri="{FF2B5EF4-FFF2-40B4-BE49-F238E27FC236}">
                <a16:creationId xmlns:a16="http://schemas.microsoft.com/office/drawing/2014/main" id="{3B11D658-C946-2F06-6D5D-9CFFEF4A0FC0}"/>
              </a:ext>
            </a:extLst>
          </p:cNvPr>
          <p:cNvSpPr txBox="1"/>
          <p:nvPr/>
        </p:nvSpPr>
        <p:spPr>
          <a:xfrm>
            <a:off x="4739951" y="100011"/>
            <a:ext cx="7148598" cy="438539"/>
          </a:xfrm>
          <a:prstGeom prst="rect">
            <a:avLst/>
          </a:prstGeom>
          <a:noFill/>
        </p:spPr>
        <p:txBody>
          <a:bodyPr wrap="square" lIns="0" tIns="0" rIns="0" bIns="0" rtlCol="0">
            <a:noAutofit/>
          </a:bodyPr>
          <a:lstStyle/>
          <a:p>
            <a:pPr algn="r">
              <a:lnSpc>
                <a:spcPct val="90000"/>
              </a:lnSpc>
              <a:spcBef>
                <a:spcPts val="600"/>
              </a:spcBef>
              <a:spcAft>
                <a:spcPts val="600"/>
              </a:spcAft>
            </a:pPr>
            <a:r>
              <a:rPr lang="en-US" sz="2600" b="1" dirty="0">
                <a:solidFill>
                  <a:schemeClr val="accent2"/>
                </a:solidFill>
              </a:rPr>
              <a:t>Faculty policy on use of LLMs/AI in research</a:t>
            </a:r>
          </a:p>
        </p:txBody>
      </p:sp>
      <p:sp>
        <p:nvSpPr>
          <p:cNvPr id="12" name="TextBox 11">
            <a:extLst>
              <a:ext uri="{FF2B5EF4-FFF2-40B4-BE49-F238E27FC236}">
                <a16:creationId xmlns:a16="http://schemas.microsoft.com/office/drawing/2014/main" id="{4CAB626E-E361-DCC8-D716-B989AC81A91E}"/>
              </a:ext>
            </a:extLst>
          </p:cNvPr>
          <p:cNvSpPr txBox="1"/>
          <p:nvPr/>
        </p:nvSpPr>
        <p:spPr>
          <a:xfrm>
            <a:off x="210493" y="1232659"/>
            <a:ext cx="9114576" cy="4928272"/>
          </a:xfrm>
          <a:prstGeom prst="rect">
            <a:avLst/>
          </a:prstGeom>
          <a:noFill/>
        </p:spPr>
        <p:txBody>
          <a:bodyPr wrap="square">
            <a:spAutoFit/>
          </a:bodyPr>
          <a:lstStyle/>
          <a:p>
            <a:pPr marL="0" marR="0">
              <a:buNone/>
            </a:pPr>
            <a:r>
              <a:rPr lang="en-US" sz="1800" b="1" dirty="0">
                <a:effectLst/>
                <a:latin typeface="+mn-lt"/>
              </a:rPr>
              <a:t>1. Review terms and conditions </a:t>
            </a:r>
            <a:endParaRPr lang="en-US" sz="1800" dirty="0">
              <a:effectLst/>
              <a:latin typeface="+mn-lt"/>
            </a:endParaRPr>
          </a:p>
          <a:p>
            <a:pPr marL="0" marR="0">
              <a:buNone/>
            </a:pPr>
            <a:endParaRPr lang="en-US" sz="1800" dirty="0">
              <a:effectLst/>
              <a:latin typeface="+mn-lt"/>
            </a:endParaRPr>
          </a:p>
          <a:p>
            <a:pPr marL="0" marR="0">
              <a:buNone/>
            </a:pPr>
            <a:r>
              <a:rPr lang="en-US" sz="1800" b="1" dirty="0">
                <a:effectLst/>
                <a:latin typeface="+mn-lt"/>
              </a:rPr>
              <a:t>2. Verify information with reliable sources, and be mindful of biases and limitations </a:t>
            </a:r>
            <a:endParaRPr lang="en-US" sz="1800" dirty="0">
              <a:effectLst/>
              <a:latin typeface="+mn-lt"/>
            </a:endParaRPr>
          </a:p>
          <a:p>
            <a:pPr marL="0" marR="0">
              <a:buNone/>
            </a:pPr>
            <a:endParaRPr lang="en-US" sz="1800" dirty="0">
              <a:effectLst/>
              <a:latin typeface="+mn-lt"/>
            </a:endParaRPr>
          </a:p>
          <a:p>
            <a:pPr marL="0" marR="0">
              <a:buNone/>
            </a:pPr>
            <a:r>
              <a:rPr lang="en-US" sz="1800" b="1" dirty="0">
                <a:effectLst/>
                <a:latin typeface="+mn-lt"/>
              </a:rPr>
              <a:t>3. Disclose AI usage transparently </a:t>
            </a:r>
            <a:endParaRPr lang="en-US" sz="1800" dirty="0">
              <a:effectLst/>
              <a:latin typeface="+mn-lt"/>
            </a:endParaRPr>
          </a:p>
          <a:p>
            <a:pPr marL="0" marR="0">
              <a:buNone/>
            </a:pPr>
            <a:r>
              <a:rPr lang="en-US" sz="1800" dirty="0">
                <a:effectLst/>
                <a:latin typeface="+mn-lt"/>
              </a:rPr>
              <a:t>• Follow publication guidelines in the relevant journal. </a:t>
            </a:r>
          </a:p>
          <a:p>
            <a:pPr marL="0" marR="0">
              <a:buNone/>
            </a:pPr>
            <a:endParaRPr lang="en-US" sz="1800" dirty="0">
              <a:effectLst/>
              <a:latin typeface="+mn-lt"/>
            </a:endParaRPr>
          </a:p>
          <a:p>
            <a:pPr marL="0" marR="0">
              <a:buNone/>
            </a:pPr>
            <a:r>
              <a:rPr lang="en-US" sz="1800" b="1" dirty="0">
                <a:effectLst/>
                <a:latin typeface="+mn-lt"/>
              </a:rPr>
              <a:t>4. Verifiability </a:t>
            </a:r>
            <a:endParaRPr lang="en-US" sz="1800" dirty="0">
              <a:effectLst/>
              <a:latin typeface="+mn-lt"/>
            </a:endParaRPr>
          </a:p>
          <a:p>
            <a:pPr marL="0" marR="0">
              <a:buNone/>
            </a:pPr>
            <a:endParaRPr lang="en-US" sz="1800" dirty="0">
              <a:effectLst/>
              <a:latin typeface="+mn-lt"/>
            </a:endParaRPr>
          </a:p>
          <a:p>
            <a:pPr marL="0" marR="0">
              <a:buNone/>
            </a:pPr>
            <a:r>
              <a:rPr lang="en-US" sz="1800" b="1" dirty="0">
                <a:effectLst/>
                <a:latin typeface="+mn-lt"/>
              </a:rPr>
              <a:t>5. Use AI ethically </a:t>
            </a:r>
          </a:p>
          <a:p>
            <a:endParaRPr lang="en-US" dirty="0"/>
          </a:p>
          <a:p>
            <a:r>
              <a:rPr lang="en-US" b="1" dirty="0"/>
              <a:t>6. Protect sensitive data and privacy </a:t>
            </a:r>
          </a:p>
          <a:p>
            <a:endParaRPr lang="en-US" dirty="0"/>
          </a:p>
          <a:p>
            <a:r>
              <a:rPr lang="en-US" b="1" dirty="0"/>
              <a:t>7. Be mindful of energy use </a:t>
            </a:r>
            <a:endParaRPr lang="en-US" dirty="0"/>
          </a:p>
          <a:p>
            <a:endParaRPr lang="en-US" dirty="0"/>
          </a:p>
          <a:p>
            <a:r>
              <a:rPr lang="en-US" b="1" dirty="0"/>
              <a:t>8. Guide junior researchers </a:t>
            </a:r>
            <a:r>
              <a:rPr lang="en-US" dirty="0"/>
              <a:t>(or should it be the other way around?)</a:t>
            </a:r>
          </a:p>
          <a:p>
            <a:endParaRPr lang="en-US" dirty="0"/>
          </a:p>
          <a:p>
            <a:pPr marL="0" marR="0">
              <a:buNone/>
            </a:pPr>
            <a:endParaRPr lang="en-US" sz="825" dirty="0">
              <a:effectLst/>
              <a:latin typeface="Times New Roman" panose="02020603050405020304" pitchFamily="18" charset="0"/>
            </a:endParaRPr>
          </a:p>
        </p:txBody>
      </p:sp>
    </p:spTree>
    <p:extLst>
      <p:ext uri="{BB962C8B-B14F-4D97-AF65-F5344CB8AC3E}">
        <p14:creationId xmlns:p14="http://schemas.microsoft.com/office/powerpoint/2010/main" val="58704930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9FC2C-8931-BD38-70D6-1213CFA392BE}"/>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1892C44-BD91-F36A-F309-FBAAD197245C}"/>
              </a:ext>
            </a:extLst>
          </p:cNvPr>
          <p:cNvSpPr>
            <a:spLocks noGrp="1"/>
          </p:cNvSpPr>
          <p:nvPr>
            <p:ph type="sldNum" sz="quarter" idx="12"/>
          </p:nvPr>
        </p:nvSpPr>
        <p:spPr/>
        <p:txBody>
          <a:bodyPr/>
          <a:lstStyle/>
          <a:p>
            <a:fld id="{D7B5DC5B-6873-43DB-ADC7-B15ACCE0DFDB}" type="slidenum">
              <a:rPr lang="nl-NL" noProof="0" smtClean="0"/>
              <a:t>4</a:t>
            </a:fld>
            <a:endParaRPr lang="nl-NL" noProof="0"/>
          </a:p>
        </p:txBody>
      </p:sp>
      <p:sp>
        <p:nvSpPr>
          <p:cNvPr id="26" name="TextBox 25">
            <a:extLst>
              <a:ext uri="{FF2B5EF4-FFF2-40B4-BE49-F238E27FC236}">
                <a16:creationId xmlns:a16="http://schemas.microsoft.com/office/drawing/2014/main" id="{29589367-288C-008C-4B3F-B99D300EA80D}"/>
              </a:ext>
            </a:extLst>
          </p:cNvPr>
          <p:cNvSpPr txBox="1"/>
          <p:nvPr/>
        </p:nvSpPr>
        <p:spPr>
          <a:xfrm>
            <a:off x="6360816" y="4511614"/>
            <a:ext cx="1168311" cy="400110"/>
          </a:xfrm>
          <a:prstGeom prst="rect">
            <a:avLst/>
          </a:prstGeom>
          <a:noFill/>
        </p:spPr>
        <p:txBody>
          <a:bodyPr wrap="square">
            <a:spAutoFit/>
          </a:bodyPr>
          <a:lstStyle/>
          <a:p>
            <a:r>
              <a:rPr lang="en-US" sz="2000" b="1" dirty="0">
                <a:solidFill>
                  <a:schemeClr val="bg1"/>
                </a:solidFill>
              </a:rPr>
              <a:t>0.54 m €</a:t>
            </a:r>
          </a:p>
        </p:txBody>
      </p:sp>
      <p:sp>
        <p:nvSpPr>
          <p:cNvPr id="27" name="TextBox 26">
            <a:extLst>
              <a:ext uri="{FF2B5EF4-FFF2-40B4-BE49-F238E27FC236}">
                <a16:creationId xmlns:a16="http://schemas.microsoft.com/office/drawing/2014/main" id="{FE1687C8-CDD9-6C34-69E2-950AA3877750}"/>
              </a:ext>
            </a:extLst>
          </p:cNvPr>
          <p:cNvSpPr txBox="1"/>
          <p:nvPr/>
        </p:nvSpPr>
        <p:spPr>
          <a:xfrm>
            <a:off x="6932033" y="5830314"/>
            <a:ext cx="1168311" cy="400110"/>
          </a:xfrm>
          <a:prstGeom prst="rect">
            <a:avLst/>
          </a:prstGeom>
          <a:noFill/>
        </p:spPr>
        <p:txBody>
          <a:bodyPr wrap="square">
            <a:spAutoFit/>
          </a:bodyPr>
          <a:lstStyle/>
          <a:p>
            <a:r>
              <a:rPr lang="en-US" sz="2000" b="1" dirty="0">
                <a:solidFill>
                  <a:schemeClr val="bg1"/>
                </a:solidFill>
              </a:rPr>
              <a:t>0.40 m €</a:t>
            </a:r>
          </a:p>
        </p:txBody>
      </p:sp>
      <p:sp>
        <p:nvSpPr>
          <p:cNvPr id="2" name="Title 1">
            <a:extLst>
              <a:ext uri="{FF2B5EF4-FFF2-40B4-BE49-F238E27FC236}">
                <a16:creationId xmlns:a16="http://schemas.microsoft.com/office/drawing/2014/main" id="{5915DD1B-6FFD-E4A5-22D0-787D7100A27B}"/>
              </a:ext>
            </a:extLst>
          </p:cNvPr>
          <p:cNvSpPr>
            <a:spLocks noGrp="1"/>
          </p:cNvSpPr>
          <p:nvPr>
            <p:ph type="title"/>
          </p:nvPr>
        </p:nvSpPr>
        <p:spPr>
          <a:xfrm>
            <a:off x="2555968" y="3659571"/>
            <a:ext cx="9524350" cy="2293816"/>
          </a:xfrm>
        </p:spPr>
        <p:txBody>
          <a:bodyPr/>
          <a:lstStyle/>
          <a:p>
            <a:br>
              <a:rPr lang="nl-NL" sz="2800" dirty="0"/>
            </a:br>
            <a:br>
              <a:rPr lang="en-NL" sz="2800"/>
            </a:br>
            <a:br>
              <a:rPr lang="en-NL" sz="2800"/>
            </a:br>
            <a:br>
              <a:rPr lang="en-NL" sz="2800"/>
            </a:br>
            <a:endParaRPr lang="en-US" sz="2800" b="0" dirty="0">
              <a:solidFill>
                <a:schemeClr val="tx1"/>
              </a:solidFill>
            </a:endParaRPr>
          </a:p>
        </p:txBody>
      </p:sp>
      <p:sp>
        <p:nvSpPr>
          <p:cNvPr id="4" name="Title 1">
            <a:extLst>
              <a:ext uri="{FF2B5EF4-FFF2-40B4-BE49-F238E27FC236}">
                <a16:creationId xmlns:a16="http://schemas.microsoft.com/office/drawing/2014/main" id="{880095BB-8183-8782-AD3E-ECE6F5E5B37D}"/>
              </a:ext>
            </a:extLst>
          </p:cNvPr>
          <p:cNvSpPr txBox="1">
            <a:spLocks/>
          </p:cNvSpPr>
          <p:nvPr/>
        </p:nvSpPr>
        <p:spPr>
          <a:xfrm>
            <a:off x="679596" y="995660"/>
            <a:ext cx="10027389" cy="4812327"/>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b="1" kern="1200">
                <a:solidFill>
                  <a:schemeClr val="accent2"/>
                </a:solidFill>
                <a:latin typeface="+mj-lt"/>
                <a:ea typeface="+mj-ea"/>
                <a:cs typeface="+mj-cs"/>
              </a:defRPr>
            </a:lvl1pPr>
          </a:lstStyle>
          <a:p>
            <a:pPr algn="r"/>
            <a:endParaRPr lang="en-US" sz="3200" b="0" dirty="0">
              <a:solidFill>
                <a:schemeClr val="tx1"/>
              </a:solidFill>
            </a:endParaRPr>
          </a:p>
        </p:txBody>
      </p:sp>
      <p:sp>
        <p:nvSpPr>
          <p:cNvPr id="8" name="Title 1">
            <a:extLst>
              <a:ext uri="{FF2B5EF4-FFF2-40B4-BE49-F238E27FC236}">
                <a16:creationId xmlns:a16="http://schemas.microsoft.com/office/drawing/2014/main" id="{6D8E0FC9-5287-45B1-001B-C06C886FE29A}"/>
              </a:ext>
            </a:extLst>
          </p:cNvPr>
          <p:cNvSpPr txBox="1">
            <a:spLocks/>
          </p:cNvSpPr>
          <p:nvPr/>
        </p:nvSpPr>
        <p:spPr>
          <a:xfrm>
            <a:off x="4025276" y="749187"/>
            <a:ext cx="7227544" cy="2387364"/>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b="1" kern="1200">
                <a:solidFill>
                  <a:schemeClr val="accent2"/>
                </a:solidFill>
                <a:latin typeface="+mj-lt"/>
                <a:ea typeface="+mj-ea"/>
                <a:cs typeface="+mj-cs"/>
              </a:defRPr>
            </a:lvl1pPr>
          </a:lstStyle>
          <a:p>
            <a:endParaRPr lang="en-US" sz="3200" b="0" dirty="0">
              <a:solidFill>
                <a:schemeClr val="tx1"/>
              </a:solidFill>
            </a:endParaRPr>
          </a:p>
        </p:txBody>
      </p:sp>
      <p:sp>
        <p:nvSpPr>
          <p:cNvPr id="9" name="Title 1">
            <a:extLst>
              <a:ext uri="{FF2B5EF4-FFF2-40B4-BE49-F238E27FC236}">
                <a16:creationId xmlns:a16="http://schemas.microsoft.com/office/drawing/2014/main" id="{B1FA1442-FB93-C81E-8D0B-2DB83DBC7C69}"/>
              </a:ext>
            </a:extLst>
          </p:cNvPr>
          <p:cNvSpPr txBox="1">
            <a:spLocks/>
          </p:cNvSpPr>
          <p:nvPr/>
        </p:nvSpPr>
        <p:spPr>
          <a:xfrm>
            <a:off x="444004" y="1322562"/>
            <a:ext cx="3590648" cy="4608498"/>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b="1" kern="1200">
                <a:solidFill>
                  <a:schemeClr val="accent2"/>
                </a:solidFill>
                <a:latin typeface="+mj-lt"/>
                <a:ea typeface="+mj-ea"/>
                <a:cs typeface="+mj-cs"/>
              </a:defRPr>
            </a:lvl1pPr>
          </a:lstStyle>
          <a:p>
            <a:pPr algn="ctr"/>
            <a:br>
              <a:rPr lang="en-US" sz="2800"/>
            </a:br>
            <a:endParaRPr lang="en-US" sz="2800" dirty="0"/>
          </a:p>
        </p:txBody>
      </p:sp>
      <p:sp>
        <p:nvSpPr>
          <p:cNvPr id="10" name="TextBox 9">
            <a:extLst>
              <a:ext uri="{FF2B5EF4-FFF2-40B4-BE49-F238E27FC236}">
                <a16:creationId xmlns:a16="http://schemas.microsoft.com/office/drawing/2014/main" id="{C6EC2C8F-0E94-789E-1809-6D7FDAD82C95}"/>
              </a:ext>
            </a:extLst>
          </p:cNvPr>
          <p:cNvSpPr txBox="1"/>
          <p:nvPr/>
        </p:nvSpPr>
        <p:spPr>
          <a:xfrm>
            <a:off x="1627322" y="2340244"/>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NL" sz="1600" dirty="0" err="1"/>
          </a:p>
        </p:txBody>
      </p:sp>
      <p:sp>
        <p:nvSpPr>
          <p:cNvPr id="11" name="TextBox 10">
            <a:extLst>
              <a:ext uri="{FF2B5EF4-FFF2-40B4-BE49-F238E27FC236}">
                <a16:creationId xmlns:a16="http://schemas.microsoft.com/office/drawing/2014/main" id="{1191861C-ECC6-F971-6D68-F7EA103AE3CF}"/>
              </a:ext>
            </a:extLst>
          </p:cNvPr>
          <p:cNvSpPr txBox="1"/>
          <p:nvPr/>
        </p:nvSpPr>
        <p:spPr>
          <a:xfrm>
            <a:off x="-2291262" y="2237632"/>
            <a:ext cx="45719" cy="45719"/>
          </a:xfrm>
          <a:prstGeom prst="rect">
            <a:avLst/>
          </a:prstGeom>
          <a:noFill/>
        </p:spPr>
        <p:txBody>
          <a:bodyPr wrap="none" lIns="0" tIns="0" rIns="0" bIns="0" rtlCol="0">
            <a:noAutofit/>
          </a:bodyPr>
          <a:lstStyle/>
          <a:p>
            <a:pPr algn="l">
              <a:lnSpc>
                <a:spcPct val="90000"/>
              </a:lnSpc>
              <a:spcBef>
                <a:spcPts val="600"/>
              </a:spcBef>
              <a:spcAft>
                <a:spcPts val="600"/>
              </a:spcAft>
            </a:pPr>
            <a:endParaRPr lang="en-NL" sz="1600" dirty="0" err="1"/>
          </a:p>
        </p:txBody>
      </p:sp>
      <p:sp>
        <p:nvSpPr>
          <p:cNvPr id="14" name="TextBox 13">
            <a:extLst>
              <a:ext uri="{FF2B5EF4-FFF2-40B4-BE49-F238E27FC236}">
                <a16:creationId xmlns:a16="http://schemas.microsoft.com/office/drawing/2014/main" id="{8FD7A98B-E2A9-9A69-9604-514837F634C3}"/>
              </a:ext>
            </a:extLst>
          </p:cNvPr>
          <p:cNvSpPr txBox="1"/>
          <p:nvPr/>
        </p:nvSpPr>
        <p:spPr>
          <a:xfrm>
            <a:off x="1645920" y="1904104"/>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US" sz="1600" dirty="0" err="1"/>
          </a:p>
        </p:txBody>
      </p:sp>
      <p:sp>
        <p:nvSpPr>
          <p:cNvPr id="18" name="TextBox 17">
            <a:extLst>
              <a:ext uri="{FF2B5EF4-FFF2-40B4-BE49-F238E27FC236}">
                <a16:creationId xmlns:a16="http://schemas.microsoft.com/office/drawing/2014/main" id="{EB540659-32E2-E71B-56E0-7135477F6490}"/>
              </a:ext>
            </a:extLst>
          </p:cNvPr>
          <p:cNvSpPr txBox="1"/>
          <p:nvPr/>
        </p:nvSpPr>
        <p:spPr>
          <a:xfrm>
            <a:off x="236668" y="2951188"/>
            <a:ext cx="8046720" cy="369332"/>
          </a:xfrm>
          <a:prstGeom prst="rect">
            <a:avLst/>
          </a:prstGeom>
          <a:noFill/>
        </p:spPr>
        <p:txBody>
          <a:bodyPr wrap="square">
            <a:spAutoFit/>
          </a:bodyPr>
          <a:lstStyle/>
          <a:p>
            <a:endParaRPr lang="en-US"/>
          </a:p>
        </p:txBody>
      </p:sp>
      <p:sp>
        <p:nvSpPr>
          <p:cNvPr id="22" name="TextBox 21">
            <a:extLst>
              <a:ext uri="{FF2B5EF4-FFF2-40B4-BE49-F238E27FC236}">
                <a16:creationId xmlns:a16="http://schemas.microsoft.com/office/drawing/2014/main" id="{DFD843CE-7F01-ACD3-E92F-DF95D8D65DC1}"/>
              </a:ext>
            </a:extLst>
          </p:cNvPr>
          <p:cNvSpPr txBox="1"/>
          <p:nvPr/>
        </p:nvSpPr>
        <p:spPr>
          <a:xfrm>
            <a:off x="7680960" y="1678193"/>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US" sz="1600" dirty="0" err="1"/>
          </a:p>
        </p:txBody>
      </p:sp>
      <p:sp>
        <p:nvSpPr>
          <p:cNvPr id="20" name="TextBox 19">
            <a:extLst>
              <a:ext uri="{FF2B5EF4-FFF2-40B4-BE49-F238E27FC236}">
                <a16:creationId xmlns:a16="http://schemas.microsoft.com/office/drawing/2014/main" id="{71EE4F3C-58F6-CB03-1D08-25C1E2059946}"/>
              </a:ext>
            </a:extLst>
          </p:cNvPr>
          <p:cNvSpPr txBox="1"/>
          <p:nvPr/>
        </p:nvSpPr>
        <p:spPr>
          <a:xfrm>
            <a:off x="3630440" y="100011"/>
            <a:ext cx="8258109" cy="438539"/>
          </a:xfrm>
          <a:prstGeom prst="rect">
            <a:avLst/>
          </a:prstGeom>
          <a:noFill/>
        </p:spPr>
        <p:txBody>
          <a:bodyPr wrap="square" lIns="0" tIns="0" rIns="0" bIns="0" rtlCol="0">
            <a:noAutofit/>
          </a:bodyPr>
          <a:lstStyle/>
          <a:p>
            <a:pPr algn="r">
              <a:lnSpc>
                <a:spcPct val="90000"/>
              </a:lnSpc>
              <a:spcBef>
                <a:spcPts val="600"/>
              </a:spcBef>
              <a:spcAft>
                <a:spcPts val="600"/>
              </a:spcAft>
            </a:pPr>
            <a:r>
              <a:rPr lang="en-US" sz="2600" b="1" dirty="0">
                <a:solidFill>
                  <a:schemeClr val="accent2"/>
                </a:solidFill>
              </a:rPr>
              <a:t>Journal policies on the use of AI – ABS journal list update</a:t>
            </a:r>
          </a:p>
        </p:txBody>
      </p:sp>
      <p:sp>
        <p:nvSpPr>
          <p:cNvPr id="12" name="TextBox 11">
            <a:extLst>
              <a:ext uri="{FF2B5EF4-FFF2-40B4-BE49-F238E27FC236}">
                <a16:creationId xmlns:a16="http://schemas.microsoft.com/office/drawing/2014/main" id="{AE6EB9AC-E5A2-BB7E-033A-6184C9E7F7A3}"/>
              </a:ext>
            </a:extLst>
          </p:cNvPr>
          <p:cNvSpPr txBox="1"/>
          <p:nvPr/>
        </p:nvSpPr>
        <p:spPr>
          <a:xfrm>
            <a:off x="210493" y="1232659"/>
            <a:ext cx="9114576" cy="496290"/>
          </a:xfrm>
          <a:prstGeom prst="rect">
            <a:avLst/>
          </a:prstGeom>
          <a:noFill/>
        </p:spPr>
        <p:txBody>
          <a:bodyPr wrap="square">
            <a:spAutoFit/>
          </a:bodyPr>
          <a:lstStyle/>
          <a:p>
            <a:endParaRPr lang="en-US" dirty="0"/>
          </a:p>
          <a:p>
            <a:pPr marL="0" marR="0">
              <a:buNone/>
            </a:pPr>
            <a:endParaRPr lang="en-US" sz="825" dirty="0">
              <a:effectLst/>
              <a:latin typeface="Times New Roman" panose="02020603050405020304" pitchFamily="18" charset="0"/>
            </a:endParaRPr>
          </a:p>
        </p:txBody>
      </p:sp>
      <p:pic>
        <p:nvPicPr>
          <p:cNvPr id="6" name="Picture 5">
            <a:extLst>
              <a:ext uri="{FF2B5EF4-FFF2-40B4-BE49-F238E27FC236}">
                <a16:creationId xmlns:a16="http://schemas.microsoft.com/office/drawing/2014/main" id="{EFC34924-94D6-5B8B-D10D-FE546AF4CC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230" y="765769"/>
            <a:ext cx="10191781" cy="5534455"/>
          </a:xfrm>
          <a:prstGeom prst="rect">
            <a:avLst/>
          </a:prstGeom>
        </p:spPr>
      </p:pic>
      <p:sp>
        <p:nvSpPr>
          <p:cNvPr id="13" name="TextBox 12">
            <a:extLst>
              <a:ext uri="{FF2B5EF4-FFF2-40B4-BE49-F238E27FC236}">
                <a16:creationId xmlns:a16="http://schemas.microsoft.com/office/drawing/2014/main" id="{993139DC-75C3-3C8C-54C2-B23B7B7E9AB5}"/>
              </a:ext>
            </a:extLst>
          </p:cNvPr>
          <p:cNvSpPr txBox="1"/>
          <p:nvPr/>
        </p:nvSpPr>
        <p:spPr>
          <a:xfrm>
            <a:off x="263381" y="6481735"/>
            <a:ext cx="11208619" cy="215444"/>
          </a:xfrm>
          <a:prstGeom prst="rect">
            <a:avLst/>
          </a:prstGeom>
          <a:noFill/>
        </p:spPr>
        <p:txBody>
          <a:bodyPr wrap="square">
            <a:spAutoFit/>
          </a:bodyPr>
          <a:lstStyle/>
          <a:p>
            <a:r>
              <a:rPr lang="en-US" sz="800" dirty="0"/>
              <a:t>https://</a:t>
            </a:r>
            <a:r>
              <a:rPr lang="en-US" sz="800" dirty="0" err="1"/>
              <a:t>abs.uva.nl</a:t>
            </a:r>
            <a:r>
              <a:rPr lang="en-US" sz="800" dirty="0"/>
              <a:t>/research/research-policy-ethics--integrity/research-policy-ethics--</a:t>
            </a:r>
            <a:r>
              <a:rPr lang="en-US" sz="800" dirty="0" err="1"/>
              <a:t>integrity.html#Research-publication-criteria</a:t>
            </a:r>
            <a:endParaRPr lang="en-US" sz="800" dirty="0"/>
          </a:p>
        </p:txBody>
      </p:sp>
    </p:spTree>
    <p:extLst>
      <p:ext uri="{BB962C8B-B14F-4D97-AF65-F5344CB8AC3E}">
        <p14:creationId xmlns:p14="http://schemas.microsoft.com/office/powerpoint/2010/main" val="395680351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03CCA-A187-A479-AC66-5EEC60E8CBA7}"/>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94EFCF8-BB74-76F2-5758-D7B584EB2925}"/>
              </a:ext>
            </a:extLst>
          </p:cNvPr>
          <p:cNvSpPr>
            <a:spLocks noGrp="1"/>
          </p:cNvSpPr>
          <p:nvPr>
            <p:ph type="sldNum" sz="quarter" idx="12"/>
          </p:nvPr>
        </p:nvSpPr>
        <p:spPr/>
        <p:txBody>
          <a:bodyPr/>
          <a:lstStyle/>
          <a:p>
            <a:fld id="{D7B5DC5B-6873-43DB-ADC7-B15ACCE0DFDB}" type="slidenum">
              <a:rPr lang="nl-NL" noProof="0" smtClean="0"/>
              <a:t>5</a:t>
            </a:fld>
            <a:endParaRPr lang="nl-NL" noProof="0"/>
          </a:p>
        </p:txBody>
      </p:sp>
      <p:sp>
        <p:nvSpPr>
          <p:cNvPr id="26" name="TextBox 25">
            <a:extLst>
              <a:ext uri="{FF2B5EF4-FFF2-40B4-BE49-F238E27FC236}">
                <a16:creationId xmlns:a16="http://schemas.microsoft.com/office/drawing/2014/main" id="{4762053C-6424-7A7C-D954-7434E4B35D81}"/>
              </a:ext>
            </a:extLst>
          </p:cNvPr>
          <p:cNvSpPr txBox="1"/>
          <p:nvPr/>
        </p:nvSpPr>
        <p:spPr>
          <a:xfrm>
            <a:off x="6360816" y="4511614"/>
            <a:ext cx="1168311" cy="400110"/>
          </a:xfrm>
          <a:prstGeom prst="rect">
            <a:avLst/>
          </a:prstGeom>
          <a:noFill/>
        </p:spPr>
        <p:txBody>
          <a:bodyPr wrap="square">
            <a:spAutoFit/>
          </a:bodyPr>
          <a:lstStyle/>
          <a:p>
            <a:r>
              <a:rPr lang="en-US" sz="2000" b="1" dirty="0">
                <a:solidFill>
                  <a:schemeClr val="bg1"/>
                </a:solidFill>
              </a:rPr>
              <a:t>0.54 m €</a:t>
            </a:r>
          </a:p>
        </p:txBody>
      </p:sp>
      <p:sp>
        <p:nvSpPr>
          <p:cNvPr id="27" name="TextBox 26">
            <a:extLst>
              <a:ext uri="{FF2B5EF4-FFF2-40B4-BE49-F238E27FC236}">
                <a16:creationId xmlns:a16="http://schemas.microsoft.com/office/drawing/2014/main" id="{5F0D7C41-C3A1-E5AF-64D5-4FA22C41A74D}"/>
              </a:ext>
            </a:extLst>
          </p:cNvPr>
          <p:cNvSpPr txBox="1"/>
          <p:nvPr/>
        </p:nvSpPr>
        <p:spPr>
          <a:xfrm>
            <a:off x="6932033" y="5830314"/>
            <a:ext cx="1168311" cy="400110"/>
          </a:xfrm>
          <a:prstGeom prst="rect">
            <a:avLst/>
          </a:prstGeom>
          <a:noFill/>
        </p:spPr>
        <p:txBody>
          <a:bodyPr wrap="square">
            <a:spAutoFit/>
          </a:bodyPr>
          <a:lstStyle/>
          <a:p>
            <a:r>
              <a:rPr lang="en-US" sz="2000" b="1" dirty="0">
                <a:solidFill>
                  <a:schemeClr val="bg1"/>
                </a:solidFill>
              </a:rPr>
              <a:t>0.40 m €</a:t>
            </a:r>
          </a:p>
        </p:txBody>
      </p:sp>
      <p:sp>
        <p:nvSpPr>
          <p:cNvPr id="2" name="Title 1">
            <a:extLst>
              <a:ext uri="{FF2B5EF4-FFF2-40B4-BE49-F238E27FC236}">
                <a16:creationId xmlns:a16="http://schemas.microsoft.com/office/drawing/2014/main" id="{5F311412-6C2F-BCCE-202C-A674E588A0D8}"/>
              </a:ext>
            </a:extLst>
          </p:cNvPr>
          <p:cNvSpPr>
            <a:spLocks noGrp="1"/>
          </p:cNvSpPr>
          <p:nvPr>
            <p:ph type="title"/>
          </p:nvPr>
        </p:nvSpPr>
        <p:spPr>
          <a:xfrm>
            <a:off x="2555968" y="3659571"/>
            <a:ext cx="9524350" cy="2293816"/>
          </a:xfrm>
        </p:spPr>
        <p:txBody>
          <a:bodyPr/>
          <a:lstStyle/>
          <a:p>
            <a:br>
              <a:rPr lang="nl-NL" sz="2800" dirty="0"/>
            </a:br>
            <a:br>
              <a:rPr lang="en-NL" sz="2800"/>
            </a:br>
            <a:br>
              <a:rPr lang="en-NL" sz="2800"/>
            </a:br>
            <a:br>
              <a:rPr lang="en-NL" sz="2800"/>
            </a:br>
            <a:endParaRPr lang="en-US" sz="2800" b="0" dirty="0">
              <a:solidFill>
                <a:schemeClr val="tx1"/>
              </a:solidFill>
            </a:endParaRPr>
          </a:p>
        </p:txBody>
      </p:sp>
      <p:sp>
        <p:nvSpPr>
          <p:cNvPr id="4" name="Title 1">
            <a:extLst>
              <a:ext uri="{FF2B5EF4-FFF2-40B4-BE49-F238E27FC236}">
                <a16:creationId xmlns:a16="http://schemas.microsoft.com/office/drawing/2014/main" id="{271D7314-D490-95F0-868C-6F387277DDA5}"/>
              </a:ext>
            </a:extLst>
          </p:cNvPr>
          <p:cNvSpPr txBox="1">
            <a:spLocks/>
          </p:cNvSpPr>
          <p:nvPr/>
        </p:nvSpPr>
        <p:spPr>
          <a:xfrm>
            <a:off x="679596" y="995660"/>
            <a:ext cx="10027389" cy="4812327"/>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b="1" kern="1200">
                <a:solidFill>
                  <a:schemeClr val="accent2"/>
                </a:solidFill>
                <a:latin typeface="+mj-lt"/>
                <a:ea typeface="+mj-ea"/>
                <a:cs typeface="+mj-cs"/>
              </a:defRPr>
            </a:lvl1pPr>
          </a:lstStyle>
          <a:p>
            <a:pPr algn="r"/>
            <a:endParaRPr lang="en-US" sz="3200" b="0" dirty="0">
              <a:solidFill>
                <a:schemeClr val="tx1"/>
              </a:solidFill>
            </a:endParaRPr>
          </a:p>
        </p:txBody>
      </p:sp>
      <p:sp>
        <p:nvSpPr>
          <p:cNvPr id="8" name="Title 1">
            <a:extLst>
              <a:ext uri="{FF2B5EF4-FFF2-40B4-BE49-F238E27FC236}">
                <a16:creationId xmlns:a16="http://schemas.microsoft.com/office/drawing/2014/main" id="{DBEE8848-B4E7-063C-FA4A-B93866F47BFD}"/>
              </a:ext>
            </a:extLst>
          </p:cNvPr>
          <p:cNvSpPr txBox="1">
            <a:spLocks/>
          </p:cNvSpPr>
          <p:nvPr/>
        </p:nvSpPr>
        <p:spPr>
          <a:xfrm>
            <a:off x="4025276" y="749187"/>
            <a:ext cx="7227544" cy="2387364"/>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b="1" kern="1200">
                <a:solidFill>
                  <a:schemeClr val="accent2"/>
                </a:solidFill>
                <a:latin typeface="+mj-lt"/>
                <a:ea typeface="+mj-ea"/>
                <a:cs typeface="+mj-cs"/>
              </a:defRPr>
            </a:lvl1pPr>
          </a:lstStyle>
          <a:p>
            <a:endParaRPr lang="en-US" sz="3200" b="0" dirty="0">
              <a:solidFill>
                <a:schemeClr val="tx1"/>
              </a:solidFill>
            </a:endParaRPr>
          </a:p>
        </p:txBody>
      </p:sp>
      <p:sp>
        <p:nvSpPr>
          <p:cNvPr id="9" name="Title 1">
            <a:extLst>
              <a:ext uri="{FF2B5EF4-FFF2-40B4-BE49-F238E27FC236}">
                <a16:creationId xmlns:a16="http://schemas.microsoft.com/office/drawing/2014/main" id="{EB888CA0-1C37-B693-E2D1-95251A58B0DB}"/>
              </a:ext>
            </a:extLst>
          </p:cNvPr>
          <p:cNvSpPr txBox="1">
            <a:spLocks/>
          </p:cNvSpPr>
          <p:nvPr/>
        </p:nvSpPr>
        <p:spPr>
          <a:xfrm>
            <a:off x="444004" y="1322562"/>
            <a:ext cx="3590648" cy="4608498"/>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b="1" kern="1200">
                <a:solidFill>
                  <a:schemeClr val="accent2"/>
                </a:solidFill>
                <a:latin typeface="+mj-lt"/>
                <a:ea typeface="+mj-ea"/>
                <a:cs typeface="+mj-cs"/>
              </a:defRPr>
            </a:lvl1pPr>
          </a:lstStyle>
          <a:p>
            <a:pPr algn="ctr"/>
            <a:br>
              <a:rPr lang="en-US" sz="2800"/>
            </a:br>
            <a:endParaRPr lang="en-US" sz="2800" dirty="0"/>
          </a:p>
        </p:txBody>
      </p:sp>
      <p:sp>
        <p:nvSpPr>
          <p:cNvPr id="10" name="TextBox 9">
            <a:extLst>
              <a:ext uri="{FF2B5EF4-FFF2-40B4-BE49-F238E27FC236}">
                <a16:creationId xmlns:a16="http://schemas.microsoft.com/office/drawing/2014/main" id="{4F3312E6-0247-0AAB-5A2E-60FF3B3F0F05}"/>
              </a:ext>
            </a:extLst>
          </p:cNvPr>
          <p:cNvSpPr txBox="1"/>
          <p:nvPr/>
        </p:nvSpPr>
        <p:spPr>
          <a:xfrm>
            <a:off x="1627322" y="2340244"/>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NL" sz="1600" dirty="0" err="1"/>
          </a:p>
        </p:txBody>
      </p:sp>
      <p:sp>
        <p:nvSpPr>
          <p:cNvPr id="11" name="TextBox 10">
            <a:extLst>
              <a:ext uri="{FF2B5EF4-FFF2-40B4-BE49-F238E27FC236}">
                <a16:creationId xmlns:a16="http://schemas.microsoft.com/office/drawing/2014/main" id="{0B824F4D-4816-B371-03E1-5AC3CBC4E38F}"/>
              </a:ext>
            </a:extLst>
          </p:cNvPr>
          <p:cNvSpPr txBox="1"/>
          <p:nvPr/>
        </p:nvSpPr>
        <p:spPr>
          <a:xfrm>
            <a:off x="-2291262" y="2237632"/>
            <a:ext cx="45719" cy="45719"/>
          </a:xfrm>
          <a:prstGeom prst="rect">
            <a:avLst/>
          </a:prstGeom>
          <a:noFill/>
        </p:spPr>
        <p:txBody>
          <a:bodyPr wrap="none" lIns="0" tIns="0" rIns="0" bIns="0" rtlCol="0">
            <a:noAutofit/>
          </a:bodyPr>
          <a:lstStyle/>
          <a:p>
            <a:pPr algn="l">
              <a:lnSpc>
                <a:spcPct val="90000"/>
              </a:lnSpc>
              <a:spcBef>
                <a:spcPts val="600"/>
              </a:spcBef>
              <a:spcAft>
                <a:spcPts val="600"/>
              </a:spcAft>
            </a:pPr>
            <a:endParaRPr lang="en-NL" sz="1600" dirty="0" err="1"/>
          </a:p>
        </p:txBody>
      </p:sp>
      <p:sp>
        <p:nvSpPr>
          <p:cNvPr id="14" name="TextBox 13">
            <a:extLst>
              <a:ext uri="{FF2B5EF4-FFF2-40B4-BE49-F238E27FC236}">
                <a16:creationId xmlns:a16="http://schemas.microsoft.com/office/drawing/2014/main" id="{7EC63473-5AD9-DD24-7259-3991C02EDA18}"/>
              </a:ext>
            </a:extLst>
          </p:cNvPr>
          <p:cNvSpPr txBox="1"/>
          <p:nvPr/>
        </p:nvSpPr>
        <p:spPr>
          <a:xfrm>
            <a:off x="1645920" y="1904104"/>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US" sz="1600" dirty="0" err="1"/>
          </a:p>
        </p:txBody>
      </p:sp>
      <p:sp>
        <p:nvSpPr>
          <p:cNvPr id="18" name="TextBox 17">
            <a:extLst>
              <a:ext uri="{FF2B5EF4-FFF2-40B4-BE49-F238E27FC236}">
                <a16:creationId xmlns:a16="http://schemas.microsoft.com/office/drawing/2014/main" id="{F86A5B13-B54A-1320-C831-D39E55D877C3}"/>
              </a:ext>
            </a:extLst>
          </p:cNvPr>
          <p:cNvSpPr txBox="1"/>
          <p:nvPr/>
        </p:nvSpPr>
        <p:spPr>
          <a:xfrm>
            <a:off x="236668" y="2951188"/>
            <a:ext cx="8046720" cy="369332"/>
          </a:xfrm>
          <a:prstGeom prst="rect">
            <a:avLst/>
          </a:prstGeom>
          <a:noFill/>
        </p:spPr>
        <p:txBody>
          <a:bodyPr wrap="square">
            <a:spAutoFit/>
          </a:bodyPr>
          <a:lstStyle/>
          <a:p>
            <a:endParaRPr lang="en-US"/>
          </a:p>
        </p:txBody>
      </p:sp>
      <p:sp>
        <p:nvSpPr>
          <p:cNvPr id="22" name="TextBox 21">
            <a:extLst>
              <a:ext uri="{FF2B5EF4-FFF2-40B4-BE49-F238E27FC236}">
                <a16:creationId xmlns:a16="http://schemas.microsoft.com/office/drawing/2014/main" id="{88EE8997-0271-C978-1A25-F65362303AA6}"/>
              </a:ext>
            </a:extLst>
          </p:cNvPr>
          <p:cNvSpPr txBox="1"/>
          <p:nvPr/>
        </p:nvSpPr>
        <p:spPr>
          <a:xfrm>
            <a:off x="7680960" y="1678193"/>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US" sz="1600" dirty="0" err="1"/>
          </a:p>
        </p:txBody>
      </p:sp>
      <p:sp>
        <p:nvSpPr>
          <p:cNvPr id="6" name="TextBox 5">
            <a:extLst>
              <a:ext uri="{FF2B5EF4-FFF2-40B4-BE49-F238E27FC236}">
                <a16:creationId xmlns:a16="http://schemas.microsoft.com/office/drawing/2014/main" id="{E1EB0308-542C-FD38-0C46-3C98594A5307}"/>
              </a:ext>
            </a:extLst>
          </p:cNvPr>
          <p:cNvSpPr txBox="1"/>
          <p:nvPr/>
        </p:nvSpPr>
        <p:spPr>
          <a:xfrm>
            <a:off x="403599" y="722519"/>
            <a:ext cx="10849221" cy="5370701"/>
          </a:xfrm>
          <a:prstGeom prst="rect">
            <a:avLst/>
          </a:prstGeom>
          <a:noFill/>
        </p:spPr>
        <p:txBody>
          <a:bodyPr wrap="square">
            <a:spAutoFit/>
          </a:bodyPr>
          <a:lstStyle/>
          <a:p>
            <a:r>
              <a:rPr lang="en-US" sz="1500" dirty="0"/>
              <a:t>Publisher default vs. field-specific rules. </a:t>
            </a:r>
            <a:r>
              <a:rPr lang="en-US" sz="1500" b="1" dirty="0"/>
              <a:t>Most</a:t>
            </a:r>
            <a:r>
              <a:rPr lang="en-US" sz="1500" dirty="0"/>
              <a:t> journals (about 80 of the ~261, plus many of the "verified" ones) </a:t>
            </a:r>
            <a:r>
              <a:rPr lang="en-US" sz="1500" b="1" dirty="0"/>
              <a:t>simply inherit their publisher's boilerplate policy</a:t>
            </a:r>
            <a:r>
              <a:rPr lang="en-US" sz="1500" dirty="0"/>
              <a:t> rather than writing their own: </a:t>
            </a:r>
            <a:r>
              <a:rPr lang="en-US" sz="1500" b="1" dirty="0"/>
              <a:t>no AI authorship, a disclosure statement naming the tool and its purpose, and full author accountability for accuracy. This holds across Elsevier, Wiley, Sage, Springer, and Taylor &amp; Francis </a:t>
            </a:r>
            <a:r>
              <a:rPr lang="en-US" sz="1500" dirty="0"/>
              <a:t>alike. But a meaningful minority of journals layer something stricter or more specific on top, and this tends to cluster by discipline rather than being random. </a:t>
            </a:r>
            <a:r>
              <a:rPr lang="en-US" sz="1500" b="1" dirty="0"/>
              <a:t>Accounting journals were consistently the strictest and most detailed </a:t>
            </a:r>
            <a:r>
              <a:rPr lang="en-US" sz="1500" dirty="0"/>
              <a:t>— the AAA's umbrella policy, Contemporary Accounting Research's outright ban on reviewers using AI at all, and Accounting, Auditing &amp; Accountability Journal's ban on AI-drafted content (copy-editing only) all point to a field that treats AI in the writing/review pipeline as a research-integrity risk first. Operations management stood out differently: five journals (</a:t>
            </a:r>
            <a:r>
              <a:rPr lang="en-US" sz="1500" b="1" dirty="0"/>
              <a:t>JOM, POM, Decision Sciences, IJOPM, Journal of Business Logistics</a:t>
            </a:r>
            <a:r>
              <a:rPr lang="en-US" sz="1500" dirty="0"/>
              <a:t>) turned out to share one detailed, jointly-authored policy that </a:t>
            </a:r>
            <a:r>
              <a:rPr lang="en-US" sz="1500" b="1" dirty="0"/>
              <a:t>explicitly separates permitted uses (language help, literature classification) from banned ones (AI generating "substantive content" like theories or findings) </a:t>
            </a:r>
            <a:r>
              <a:rPr lang="en-US" sz="1500" dirty="0"/>
              <a:t>— a rare case of journals coordinating across editorial boards rather than each just adopting their publisher's default.</a:t>
            </a:r>
          </a:p>
          <a:p>
            <a:endParaRPr lang="en-US" sz="1500" dirty="0"/>
          </a:p>
          <a:p>
            <a:r>
              <a:rPr lang="en-US" sz="1500" b="1" dirty="0"/>
              <a:t>Finance was</a:t>
            </a:r>
            <a:r>
              <a:rPr lang="en-US" sz="1500" dirty="0"/>
              <a:t> the biggest outlier in the other direction. The Oxford University Press / Society for Financial Studies cluster (Review of Finance, Review of Financial Studies, Review of Asset Pricing Studies, Review of Corporate Finance Studies) and the "With Intelligence" boutique-journal family (Journal of Portfolio Management, Journal of Fixed Income, Journal of Derivatives) were </a:t>
            </a:r>
            <a:r>
              <a:rPr lang="en-US" sz="1500" b="1" dirty="0"/>
              <a:t>consistently silent on AI at every level</a:t>
            </a:r>
            <a:r>
              <a:rPr lang="en-US" sz="1500" dirty="0"/>
              <a:t> I could check — not even a pointer to a general publisher policy. That's not a gap in my research so much as a genuine feature of that corner of finance publishing; it's worth knowing before assuming a disclosure requirement exists there. Elsewhere, </a:t>
            </a:r>
            <a:r>
              <a:rPr lang="en-US" sz="1500" b="1" dirty="0"/>
              <a:t>individual journals occasionally diverged sharply from their own publisher's norm </a:t>
            </a:r>
            <a:r>
              <a:rPr lang="en-US" sz="1500" dirty="0"/>
              <a:t>— Journal of Product Innovation Management requires a whole separate appendix of AI prompts and outputs, Public Administration Review specifically bans AI from touching research data (not just text), and Industrial and Corporate Change requires disclosure in two separate places — which suggests that for any journal you're actually submitting to, checking its own current page is still worth doing even when a publisher-level answer already exists.</a:t>
            </a:r>
          </a:p>
          <a:p>
            <a:endParaRPr lang="en-US" sz="1200" dirty="0"/>
          </a:p>
          <a:p>
            <a:r>
              <a:rPr lang="en-US" sz="800" dirty="0"/>
              <a:t>Claude summary September 25, 2026 after prompt:  “Can you write max 2-3 </a:t>
            </a:r>
            <a:r>
              <a:rPr lang="en-US" sz="800" dirty="0" err="1"/>
              <a:t>alinea's</a:t>
            </a:r>
            <a:r>
              <a:rPr lang="en-US" sz="800" dirty="0"/>
              <a:t> on your general findings and also reiterate some of the points you made after some of the prompts (e.g. how certain types of sub-fields have similar policies or lack of policies)?” after letting Claude check AI policies of all journals on the ABS journal list.</a:t>
            </a:r>
          </a:p>
        </p:txBody>
      </p:sp>
      <p:sp>
        <p:nvSpPr>
          <p:cNvPr id="20" name="TextBox 19">
            <a:extLst>
              <a:ext uri="{FF2B5EF4-FFF2-40B4-BE49-F238E27FC236}">
                <a16:creationId xmlns:a16="http://schemas.microsoft.com/office/drawing/2014/main" id="{742549BD-5C24-545C-B02E-C75C095EC66F}"/>
              </a:ext>
            </a:extLst>
          </p:cNvPr>
          <p:cNvSpPr txBox="1"/>
          <p:nvPr/>
        </p:nvSpPr>
        <p:spPr>
          <a:xfrm>
            <a:off x="5828209" y="100011"/>
            <a:ext cx="6060340" cy="438539"/>
          </a:xfrm>
          <a:prstGeom prst="rect">
            <a:avLst/>
          </a:prstGeom>
          <a:noFill/>
        </p:spPr>
        <p:txBody>
          <a:bodyPr wrap="square" lIns="0" tIns="0" rIns="0" bIns="0" rtlCol="0">
            <a:noAutofit/>
          </a:bodyPr>
          <a:lstStyle/>
          <a:p>
            <a:pPr algn="r">
              <a:lnSpc>
                <a:spcPct val="90000"/>
              </a:lnSpc>
              <a:spcBef>
                <a:spcPts val="600"/>
              </a:spcBef>
              <a:spcAft>
                <a:spcPts val="600"/>
              </a:spcAft>
            </a:pPr>
            <a:r>
              <a:rPr lang="en-US" sz="2600" b="1" dirty="0">
                <a:solidFill>
                  <a:schemeClr val="accent2"/>
                </a:solidFill>
              </a:rPr>
              <a:t>General overview</a:t>
            </a:r>
          </a:p>
        </p:txBody>
      </p:sp>
    </p:spTree>
    <p:extLst>
      <p:ext uri="{BB962C8B-B14F-4D97-AF65-F5344CB8AC3E}">
        <p14:creationId xmlns:p14="http://schemas.microsoft.com/office/powerpoint/2010/main" val="366910452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CED52-E806-AD50-9589-6C5693BF086F}"/>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DAED9BE-65E5-7B1A-5E1C-3A3C6B728965}"/>
              </a:ext>
            </a:extLst>
          </p:cNvPr>
          <p:cNvSpPr>
            <a:spLocks noGrp="1"/>
          </p:cNvSpPr>
          <p:nvPr>
            <p:ph type="sldNum" sz="quarter" idx="12"/>
          </p:nvPr>
        </p:nvSpPr>
        <p:spPr/>
        <p:txBody>
          <a:bodyPr/>
          <a:lstStyle/>
          <a:p>
            <a:fld id="{D7B5DC5B-6873-43DB-ADC7-B15ACCE0DFDB}" type="slidenum">
              <a:rPr lang="nl-NL" noProof="0" smtClean="0"/>
              <a:t>6</a:t>
            </a:fld>
            <a:endParaRPr lang="nl-NL" noProof="0"/>
          </a:p>
        </p:txBody>
      </p:sp>
      <p:sp>
        <p:nvSpPr>
          <p:cNvPr id="26" name="TextBox 25">
            <a:extLst>
              <a:ext uri="{FF2B5EF4-FFF2-40B4-BE49-F238E27FC236}">
                <a16:creationId xmlns:a16="http://schemas.microsoft.com/office/drawing/2014/main" id="{2D160569-4A11-5DFB-3B7D-04D41AF235BA}"/>
              </a:ext>
            </a:extLst>
          </p:cNvPr>
          <p:cNvSpPr txBox="1"/>
          <p:nvPr/>
        </p:nvSpPr>
        <p:spPr>
          <a:xfrm>
            <a:off x="6360816" y="4511614"/>
            <a:ext cx="1168311" cy="400110"/>
          </a:xfrm>
          <a:prstGeom prst="rect">
            <a:avLst/>
          </a:prstGeom>
          <a:noFill/>
        </p:spPr>
        <p:txBody>
          <a:bodyPr wrap="square">
            <a:spAutoFit/>
          </a:bodyPr>
          <a:lstStyle/>
          <a:p>
            <a:r>
              <a:rPr lang="en-US" sz="2000" b="1" dirty="0">
                <a:solidFill>
                  <a:schemeClr val="bg1"/>
                </a:solidFill>
              </a:rPr>
              <a:t>0.54 m €</a:t>
            </a:r>
          </a:p>
        </p:txBody>
      </p:sp>
      <p:sp>
        <p:nvSpPr>
          <p:cNvPr id="27" name="TextBox 26">
            <a:extLst>
              <a:ext uri="{FF2B5EF4-FFF2-40B4-BE49-F238E27FC236}">
                <a16:creationId xmlns:a16="http://schemas.microsoft.com/office/drawing/2014/main" id="{FC0B3257-098C-9FF0-786D-3CFBC94BB24F}"/>
              </a:ext>
            </a:extLst>
          </p:cNvPr>
          <p:cNvSpPr txBox="1"/>
          <p:nvPr/>
        </p:nvSpPr>
        <p:spPr>
          <a:xfrm>
            <a:off x="6932033" y="5830314"/>
            <a:ext cx="1168311" cy="400110"/>
          </a:xfrm>
          <a:prstGeom prst="rect">
            <a:avLst/>
          </a:prstGeom>
          <a:noFill/>
        </p:spPr>
        <p:txBody>
          <a:bodyPr wrap="square">
            <a:spAutoFit/>
          </a:bodyPr>
          <a:lstStyle/>
          <a:p>
            <a:r>
              <a:rPr lang="en-US" sz="2000" b="1" dirty="0">
                <a:solidFill>
                  <a:schemeClr val="bg1"/>
                </a:solidFill>
              </a:rPr>
              <a:t>0.40 m €</a:t>
            </a:r>
          </a:p>
        </p:txBody>
      </p:sp>
      <p:sp>
        <p:nvSpPr>
          <p:cNvPr id="2" name="Title 1">
            <a:extLst>
              <a:ext uri="{FF2B5EF4-FFF2-40B4-BE49-F238E27FC236}">
                <a16:creationId xmlns:a16="http://schemas.microsoft.com/office/drawing/2014/main" id="{E4FB56CD-3124-CC58-E90E-D43B8ED3957A}"/>
              </a:ext>
            </a:extLst>
          </p:cNvPr>
          <p:cNvSpPr>
            <a:spLocks noGrp="1"/>
          </p:cNvSpPr>
          <p:nvPr>
            <p:ph type="title"/>
          </p:nvPr>
        </p:nvSpPr>
        <p:spPr>
          <a:xfrm>
            <a:off x="2555968" y="3659571"/>
            <a:ext cx="9524350" cy="2293816"/>
          </a:xfrm>
        </p:spPr>
        <p:txBody>
          <a:bodyPr/>
          <a:lstStyle/>
          <a:p>
            <a:br>
              <a:rPr lang="nl-NL" sz="2800" dirty="0"/>
            </a:br>
            <a:br>
              <a:rPr lang="en-NL" sz="2800"/>
            </a:br>
            <a:br>
              <a:rPr lang="en-NL" sz="2800"/>
            </a:br>
            <a:br>
              <a:rPr lang="en-NL" sz="2800"/>
            </a:br>
            <a:endParaRPr lang="en-US" sz="2800" b="0" dirty="0">
              <a:solidFill>
                <a:schemeClr val="tx1"/>
              </a:solidFill>
            </a:endParaRPr>
          </a:p>
        </p:txBody>
      </p:sp>
      <p:sp>
        <p:nvSpPr>
          <p:cNvPr id="4" name="Title 1">
            <a:extLst>
              <a:ext uri="{FF2B5EF4-FFF2-40B4-BE49-F238E27FC236}">
                <a16:creationId xmlns:a16="http://schemas.microsoft.com/office/drawing/2014/main" id="{9922D16B-8160-F340-91C7-419C7F0E68E5}"/>
              </a:ext>
            </a:extLst>
          </p:cNvPr>
          <p:cNvSpPr txBox="1">
            <a:spLocks/>
          </p:cNvSpPr>
          <p:nvPr/>
        </p:nvSpPr>
        <p:spPr>
          <a:xfrm>
            <a:off x="679596" y="995660"/>
            <a:ext cx="10027389" cy="4812327"/>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b="1" kern="1200">
                <a:solidFill>
                  <a:schemeClr val="accent2"/>
                </a:solidFill>
                <a:latin typeface="+mj-lt"/>
                <a:ea typeface="+mj-ea"/>
                <a:cs typeface="+mj-cs"/>
              </a:defRPr>
            </a:lvl1pPr>
          </a:lstStyle>
          <a:p>
            <a:pPr algn="r"/>
            <a:endParaRPr lang="en-US" sz="3200" b="0" dirty="0">
              <a:solidFill>
                <a:schemeClr val="tx1"/>
              </a:solidFill>
            </a:endParaRPr>
          </a:p>
        </p:txBody>
      </p:sp>
      <p:sp>
        <p:nvSpPr>
          <p:cNvPr id="8" name="Title 1">
            <a:extLst>
              <a:ext uri="{FF2B5EF4-FFF2-40B4-BE49-F238E27FC236}">
                <a16:creationId xmlns:a16="http://schemas.microsoft.com/office/drawing/2014/main" id="{99BA3546-612D-1773-F429-68BCC84B2F63}"/>
              </a:ext>
            </a:extLst>
          </p:cNvPr>
          <p:cNvSpPr txBox="1">
            <a:spLocks/>
          </p:cNvSpPr>
          <p:nvPr/>
        </p:nvSpPr>
        <p:spPr>
          <a:xfrm>
            <a:off x="4025276" y="749187"/>
            <a:ext cx="7227544" cy="2387364"/>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b="1" kern="1200">
                <a:solidFill>
                  <a:schemeClr val="accent2"/>
                </a:solidFill>
                <a:latin typeface="+mj-lt"/>
                <a:ea typeface="+mj-ea"/>
                <a:cs typeface="+mj-cs"/>
              </a:defRPr>
            </a:lvl1pPr>
          </a:lstStyle>
          <a:p>
            <a:endParaRPr lang="en-US" sz="3200" b="0" dirty="0">
              <a:solidFill>
                <a:schemeClr val="tx1"/>
              </a:solidFill>
            </a:endParaRPr>
          </a:p>
        </p:txBody>
      </p:sp>
      <p:sp>
        <p:nvSpPr>
          <p:cNvPr id="9" name="Title 1">
            <a:extLst>
              <a:ext uri="{FF2B5EF4-FFF2-40B4-BE49-F238E27FC236}">
                <a16:creationId xmlns:a16="http://schemas.microsoft.com/office/drawing/2014/main" id="{6345A173-C2D5-44C2-528B-84740FE7081B}"/>
              </a:ext>
            </a:extLst>
          </p:cNvPr>
          <p:cNvSpPr txBox="1">
            <a:spLocks/>
          </p:cNvSpPr>
          <p:nvPr/>
        </p:nvSpPr>
        <p:spPr>
          <a:xfrm>
            <a:off x="444004" y="1322562"/>
            <a:ext cx="3590648" cy="4608498"/>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b="1" kern="1200">
                <a:solidFill>
                  <a:schemeClr val="accent2"/>
                </a:solidFill>
                <a:latin typeface="+mj-lt"/>
                <a:ea typeface="+mj-ea"/>
                <a:cs typeface="+mj-cs"/>
              </a:defRPr>
            </a:lvl1pPr>
          </a:lstStyle>
          <a:p>
            <a:pPr algn="ctr"/>
            <a:br>
              <a:rPr lang="en-US" sz="2800"/>
            </a:br>
            <a:endParaRPr lang="en-US" sz="2800" dirty="0"/>
          </a:p>
        </p:txBody>
      </p:sp>
      <p:sp>
        <p:nvSpPr>
          <p:cNvPr id="10" name="TextBox 9">
            <a:extLst>
              <a:ext uri="{FF2B5EF4-FFF2-40B4-BE49-F238E27FC236}">
                <a16:creationId xmlns:a16="http://schemas.microsoft.com/office/drawing/2014/main" id="{1024AC42-BDA1-8330-324D-0B2840ADE44A}"/>
              </a:ext>
            </a:extLst>
          </p:cNvPr>
          <p:cNvSpPr txBox="1"/>
          <p:nvPr/>
        </p:nvSpPr>
        <p:spPr>
          <a:xfrm>
            <a:off x="1627322" y="2340244"/>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NL" sz="1600" dirty="0" err="1"/>
          </a:p>
        </p:txBody>
      </p:sp>
      <p:sp>
        <p:nvSpPr>
          <p:cNvPr id="11" name="TextBox 10">
            <a:extLst>
              <a:ext uri="{FF2B5EF4-FFF2-40B4-BE49-F238E27FC236}">
                <a16:creationId xmlns:a16="http://schemas.microsoft.com/office/drawing/2014/main" id="{825B51A0-B828-C098-9C72-83C35A913141}"/>
              </a:ext>
            </a:extLst>
          </p:cNvPr>
          <p:cNvSpPr txBox="1"/>
          <p:nvPr/>
        </p:nvSpPr>
        <p:spPr>
          <a:xfrm>
            <a:off x="-2291262" y="2237632"/>
            <a:ext cx="45719" cy="45719"/>
          </a:xfrm>
          <a:prstGeom prst="rect">
            <a:avLst/>
          </a:prstGeom>
          <a:noFill/>
        </p:spPr>
        <p:txBody>
          <a:bodyPr wrap="none" lIns="0" tIns="0" rIns="0" bIns="0" rtlCol="0">
            <a:noAutofit/>
          </a:bodyPr>
          <a:lstStyle/>
          <a:p>
            <a:pPr algn="l">
              <a:lnSpc>
                <a:spcPct val="90000"/>
              </a:lnSpc>
              <a:spcBef>
                <a:spcPts val="600"/>
              </a:spcBef>
              <a:spcAft>
                <a:spcPts val="600"/>
              </a:spcAft>
            </a:pPr>
            <a:endParaRPr lang="en-NL" sz="1600" dirty="0" err="1"/>
          </a:p>
        </p:txBody>
      </p:sp>
      <p:sp>
        <p:nvSpPr>
          <p:cNvPr id="14" name="TextBox 13">
            <a:extLst>
              <a:ext uri="{FF2B5EF4-FFF2-40B4-BE49-F238E27FC236}">
                <a16:creationId xmlns:a16="http://schemas.microsoft.com/office/drawing/2014/main" id="{550F3ED2-1313-D042-C826-A12399870E00}"/>
              </a:ext>
            </a:extLst>
          </p:cNvPr>
          <p:cNvSpPr txBox="1"/>
          <p:nvPr/>
        </p:nvSpPr>
        <p:spPr>
          <a:xfrm>
            <a:off x="1645920" y="1904104"/>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US" sz="1600" dirty="0" err="1"/>
          </a:p>
        </p:txBody>
      </p:sp>
      <p:sp>
        <p:nvSpPr>
          <p:cNvPr id="18" name="TextBox 17">
            <a:extLst>
              <a:ext uri="{FF2B5EF4-FFF2-40B4-BE49-F238E27FC236}">
                <a16:creationId xmlns:a16="http://schemas.microsoft.com/office/drawing/2014/main" id="{03F2192F-A6D7-E23E-F844-77045CF66414}"/>
              </a:ext>
            </a:extLst>
          </p:cNvPr>
          <p:cNvSpPr txBox="1"/>
          <p:nvPr/>
        </p:nvSpPr>
        <p:spPr>
          <a:xfrm>
            <a:off x="236668" y="2951188"/>
            <a:ext cx="8046720" cy="369332"/>
          </a:xfrm>
          <a:prstGeom prst="rect">
            <a:avLst/>
          </a:prstGeom>
          <a:noFill/>
        </p:spPr>
        <p:txBody>
          <a:bodyPr wrap="square">
            <a:spAutoFit/>
          </a:bodyPr>
          <a:lstStyle/>
          <a:p>
            <a:endParaRPr lang="en-US"/>
          </a:p>
        </p:txBody>
      </p:sp>
      <p:sp>
        <p:nvSpPr>
          <p:cNvPr id="22" name="TextBox 21">
            <a:extLst>
              <a:ext uri="{FF2B5EF4-FFF2-40B4-BE49-F238E27FC236}">
                <a16:creationId xmlns:a16="http://schemas.microsoft.com/office/drawing/2014/main" id="{40483DD2-DE11-CB71-04D2-13BECEBB8B6C}"/>
              </a:ext>
            </a:extLst>
          </p:cNvPr>
          <p:cNvSpPr txBox="1"/>
          <p:nvPr/>
        </p:nvSpPr>
        <p:spPr>
          <a:xfrm>
            <a:off x="7680960" y="1678193"/>
            <a:ext cx="0" cy="0"/>
          </a:xfrm>
          <a:prstGeom prst="rect">
            <a:avLst/>
          </a:prstGeom>
          <a:noFill/>
        </p:spPr>
        <p:txBody>
          <a:bodyPr wrap="none" lIns="0" tIns="0" rIns="0" bIns="0" rtlCol="0">
            <a:noAutofit/>
          </a:bodyPr>
          <a:lstStyle/>
          <a:p>
            <a:pPr algn="l">
              <a:lnSpc>
                <a:spcPct val="90000"/>
              </a:lnSpc>
              <a:spcBef>
                <a:spcPts val="600"/>
              </a:spcBef>
              <a:spcAft>
                <a:spcPts val="600"/>
              </a:spcAft>
            </a:pPr>
            <a:endParaRPr lang="en-US" sz="1600" dirty="0" err="1"/>
          </a:p>
        </p:txBody>
      </p:sp>
      <p:sp>
        <p:nvSpPr>
          <p:cNvPr id="6" name="TextBox 5">
            <a:extLst>
              <a:ext uri="{FF2B5EF4-FFF2-40B4-BE49-F238E27FC236}">
                <a16:creationId xmlns:a16="http://schemas.microsoft.com/office/drawing/2014/main" id="{9FE333E0-6776-1425-F241-CA3D6EDAB864}"/>
              </a:ext>
            </a:extLst>
          </p:cNvPr>
          <p:cNvSpPr txBox="1"/>
          <p:nvPr/>
        </p:nvSpPr>
        <p:spPr>
          <a:xfrm>
            <a:off x="403599" y="722519"/>
            <a:ext cx="10849221" cy="5509200"/>
          </a:xfrm>
          <a:prstGeom prst="rect">
            <a:avLst/>
          </a:prstGeom>
          <a:noFill/>
        </p:spPr>
        <p:txBody>
          <a:bodyPr wrap="square">
            <a:spAutoFit/>
          </a:bodyPr>
          <a:lstStyle/>
          <a:p>
            <a:endParaRPr lang="en-US" sz="2200" dirty="0"/>
          </a:p>
          <a:p>
            <a:r>
              <a:rPr lang="en-US" sz="2200" dirty="0">
                <a:hlinkClick r:id="rId3"/>
              </a:rPr>
              <a:t>Cambridge University Press</a:t>
            </a:r>
            <a:r>
              <a:rPr lang="en-US" sz="2200" dirty="0"/>
              <a:t>			</a:t>
            </a:r>
            <a:r>
              <a:rPr lang="en-US" sz="2200" dirty="0">
                <a:hlinkClick r:id="rId4"/>
              </a:rPr>
              <a:t>Academy of Management</a:t>
            </a:r>
            <a:endParaRPr lang="en-US" sz="2200" dirty="0"/>
          </a:p>
          <a:p>
            <a:endParaRPr lang="en-US" sz="2200" dirty="0"/>
          </a:p>
          <a:p>
            <a:r>
              <a:rPr lang="en-US" sz="2200" dirty="0">
                <a:hlinkClick r:id="rId5"/>
              </a:rPr>
              <a:t>Elsevier</a:t>
            </a:r>
            <a:r>
              <a:rPr lang="en-US" sz="2200" dirty="0"/>
              <a:t>					</a:t>
            </a:r>
            <a:r>
              <a:rPr lang="en-US" sz="2200" dirty="0">
                <a:hlinkClick r:id="rId6"/>
              </a:rPr>
              <a:t>American Accounting Association</a:t>
            </a:r>
            <a:r>
              <a:rPr lang="en-US" sz="2200" dirty="0"/>
              <a:t>	</a:t>
            </a:r>
          </a:p>
          <a:p>
            <a:endParaRPr lang="en-US" sz="2200" dirty="0"/>
          </a:p>
          <a:p>
            <a:r>
              <a:rPr lang="en-US" sz="2200" dirty="0">
                <a:hlinkClick r:id="rId7"/>
              </a:rPr>
              <a:t>Oxford University Press</a:t>
            </a:r>
            <a:r>
              <a:rPr lang="en-US" sz="2200" dirty="0"/>
              <a:t>				</a:t>
            </a:r>
            <a:r>
              <a:rPr lang="en-US" sz="2200" dirty="0">
                <a:hlinkClick r:id="rId8"/>
              </a:rPr>
              <a:t>American Finance Association</a:t>
            </a:r>
            <a:endParaRPr lang="en-US" sz="2200" dirty="0"/>
          </a:p>
          <a:p>
            <a:endParaRPr lang="en-US" sz="2200" dirty="0"/>
          </a:p>
          <a:p>
            <a:r>
              <a:rPr lang="en-US" sz="2200" dirty="0">
                <a:hlinkClick r:id="rId9"/>
              </a:rPr>
              <a:t>Sage</a:t>
            </a:r>
            <a:r>
              <a:rPr lang="en-US" sz="2200" dirty="0"/>
              <a:t>						</a:t>
            </a:r>
            <a:r>
              <a:rPr lang="en-US" sz="2200" dirty="0">
                <a:hlinkClick r:id="rId10"/>
              </a:rPr>
              <a:t>American Marketing </a:t>
            </a:r>
            <a:r>
              <a:rPr lang="en-US" sz="2200" dirty="0" err="1">
                <a:hlinkClick r:id="rId10"/>
              </a:rPr>
              <a:t>Assocation</a:t>
            </a:r>
            <a:r>
              <a:rPr lang="en-US" sz="2200" dirty="0">
                <a:hlinkClick r:id="rId10"/>
              </a:rPr>
              <a:t> -&gt; Sage</a:t>
            </a:r>
            <a:r>
              <a:rPr lang="en-US" sz="2200" dirty="0"/>
              <a:t>				</a:t>
            </a:r>
          </a:p>
          <a:p>
            <a:r>
              <a:rPr lang="en-US" sz="2200" dirty="0">
                <a:hlinkClick r:id="rId11"/>
              </a:rPr>
              <a:t>Springer Nature</a:t>
            </a:r>
            <a:r>
              <a:rPr lang="en-US" sz="2200" dirty="0"/>
              <a:t>					</a:t>
            </a:r>
            <a:r>
              <a:rPr lang="en-US" sz="2200" dirty="0">
                <a:hlinkClick r:id="rId12"/>
              </a:rPr>
              <a:t>American Psychological </a:t>
            </a:r>
            <a:r>
              <a:rPr lang="en-US" sz="2200" dirty="0" err="1">
                <a:hlinkClick r:id="rId12"/>
              </a:rPr>
              <a:t>Assocation</a:t>
            </a:r>
            <a:endParaRPr lang="en-US" sz="2200" dirty="0"/>
          </a:p>
          <a:p>
            <a:endParaRPr lang="en-US" sz="2200" dirty="0"/>
          </a:p>
          <a:p>
            <a:r>
              <a:rPr lang="en-US" sz="2200" dirty="0">
                <a:hlinkClick r:id="rId13"/>
              </a:rPr>
              <a:t>Taylor &amp; Francis</a:t>
            </a:r>
            <a:r>
              <a:rPr lang="en-US" sz="2200" dirty="0"/>
              <a:t>				</a:t>
            </a:r>
            <a:r>
              <a:rPr lang="en-US" sz="2200" dirty="0">
                <a:hlinkClick r:id="rId14"/>
              </a:rPr>
              <a:t>INFORMS</a:t>
            </a:r>
            <a:endParaRPr lang="en-US" sz="2200" dirty="0"/>
          </a:p>
          <a:p>
            <a:br>
              <a:rPr lang="en-US" sz="2200" dirty="0"/>
            </a:br>
            <a:r>
              <a:rPr lang="en-US" sz="2200" dirty="0">
                <a:hlinkClick r:id="rId15"/>
              </a:rPr>
              <a:t>Wiley</a:t>
            </a:r>
            <a:endParaRPr lang="en-US" sz="2200" dirty="0"/>
          </a:p>
          <a:p>
            <a:endParaRPr lang="en-US" sz="2200" dirty="0"/>
          </a:p>
          <a:p>
            <a:endParaRPr lang="en-US" sz="2200" dirty="0"/>
          </a:p>
        </p:txBody>
      </p:sp>
      <p:sp>
        <p:nvSpPr>
          <p:cNvPr id="20" name="TextBox 19">
            <a:extLst>
              <a:ext uri="{FF2B5EF4-FFF2-40B4-BE49-F238E27FC236}">
                <a16:creationId xmlns:a16="http://schemas.microsoft.com/office/drawing/2014/main" id="{CD032F00-5596-492F-1F95-37C2F35723DA}"/>
              </a:ext>
            </a:extLst>
          </p:cNvPr>
          <p:cNvSpPr txBox="1"/>
          <p:nvPr/>
        </p:nvSpPr>
        <p:spPr>
          <a:xfrm>
            <a:off x="5828209" y="100011"/>
            <a:ext cx="6060340" cy="438539"/>
          </a:xfrm>
          <a:prstGeom prst="rect">
            <a:avLst/>
          </a:prstGeom>
          <a:noFill/>
        </p:spPr>
        <p:txBody>
          <a:bodyPr wrap="square" lIns="0" tIns="0" rIns="0" bIns="0" rtlCol="0">
            <a:noAutofit/>
          </a:bodyPr>
          <a:lstStyle/>
          <a:p>
            <a:pPr algn="r">
              <a:lnSpc>
                <a:spcPct val="90000"/>
              </a:lnSpc>
              <a:spcBef>
                <a:spcPts val="600"/>
              </a:spcBef>
              <a:spcAft>
                <a:spcPts val="600"/>
              </a:spcAft>
            </a:pPr>
            <a:r>
              <a:rPr lang="en-US" sz="2600" b="1" dirty="0">
                <a:solidFill>
                  <a:schemeClr val="accent2"/>
                </a:solidFill>
              </a:rPr>
              <a:t>Policies by main publishers</a:t>
            </a:r>
          </a:p>
        </p:txBody>
      </p:sp>
    </p:spTree>
    <p:extLst>
      <p:ext uri="{BB962C8B-B14F-4D97-AF65-F5344CB8AC3E}">
        <p14:creationId xmlns:p14="http://schemas.microsoft.com/office/powerpoint/2010/main" val="3127327211"/>
      </p:ext>
    </p:extLst>
  </p:cSld>
  <p:clrMapOvr>
    <a:masterClrMapping/>
  </p:clrMapOvr>
  <mc:AlternateContent xmlns:mc="http://schemas.openxmlformats.org/markup-compatibility/2006">
    <mc:Choice xmlns:p14="http://schemas.microsoft.com/office/powerpoint/2010/main" Requires="p14">
      <p:transition spd="slow" p14:dur="125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theme/theme1.xml><?xml version="1.0" encoding="utf-8"?>
<a:theme xmlns:a="http://schemas.openxmlformats.org/drawingml/2006/main" name="EB-EN">
  <a:themeElements>
    <a:clrScheme name="Universiteit van Amsterdam">
      <a:dk1>
        <a:sysClr val="windowText" lastClr="000000"/>
      </a:dk1>
      <a:lt1>
        <a:sysClr val="window" lastClr="FFFFFF"/>
      </a:lt1>
      <a:dk2>
        <a:srgbClr val="000000"/>
      </a:dk2>
      <a:lt2>
        <a:srgbClr val="FFFFFF"/>
      </a:lt2>
      <a:accent1>
        <a:srgbClr val="1F1D21"/>
      </a:accent1>
      <a:accent2>
        <a:srgbClr val="BC0031"/>
      </a:accent2>
      <a:accent3>
        <a:srgbClr val="E98300"/>
      </a:accent3>
      <a:accent4>
        <a:srgbClr val="257835"/>
      </a:accent4>
      <a:accent5>
        <a:srgbClr val="BEB511"/>
      </a:accent5>
      <a:accent6>
        <a:srgbClr val="751B68"/>
      </a:accent6>
      <a:hlink>
        <a:srgbClr val="004E92"/>
      </a:hlink>
      <a:folHlink>
        <a:srgbClr val="2AA5D0"/>
      </a:folHlink>
    </a:clrScheme>
    <a:fontScheme name="Universiteit van Amsterdam">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44000" tIns="144000" rIns="144000" bIns="144000" rtlCol="0" anchor="ctr"/>
      <a:lstStyle>
        <a:defPPr algn="ctr">
          <a:lnSpc>
            <a:spcPct val="90000"/>
          </a:lnSpc>
          <a:spcBef>
            <a:spcPts val="200"/>
          </a:spcBef>
          <a:spcAft>
            <a:spcPts val="200"/>
          </a:spcAft>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accent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Bef>
            <a:spcPts val="600"/>
          </a:spcBef>
          <a:spcAft>
            <a:spcPts val="600"/>
          </a:spcAft>
          <a:defRPr sz="1600"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3fd550a-bf31-4609-a11c-c2c2ff76bee1">
      <Terms xmlns="http://schemas.microsoft.com/office/infopath/2007/PartnerControls"/>
    </lcf76f155ced4ddcb4097134ff3c332f>
    <TaxCatchAll xmlns="7387865d-521e-46d8-9fc1-8996810c1a6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D2CC4DA2EED0142813D0190AC157AD6" ma:contentTypeVersion="16" ma:contentTypeDescription="Een nieuw document maken." ma:contentTypeScope="" ma:versionID="d543c09b07d25c70520596e130db61ee">
  <xsd:schema xmlns:xsd="http://www.w3.org/2001/XMLSchema" xmlns:xs="http://www.w3.org/2001/XMLSchema" xmlns:p="http://schemas.microsoft.com/office/2006/metadata/properties" xmlns:ns2="a3fd550a-bf31-4609-a11c-c2c2ff76bee1" xmlns:ns3="7387865d-521e-46d8-9fc1-8996810c1a68" targetNamespace="http://schemas.microsoft.com/office/2006/metadata/properties" ma:root="true" ma:fieldsID="6f04abdb31d0784fdf9e52f8d4e56269" ns2:_="" ns3:_="">
    <xsd:import namespace="a3fd550a-bf31-4609-a11c-c2c2ff76bee1"/>
    <xsd:import namespace="7387865d-521e-46d8-9fc1-8996810c1a68"/>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fd550a-bf31-4609-a11c-c2c2ff76be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19" nillable="true" ma:taxonomy="true" ma:internalName="lcf76f155ced4ddcb4097134ff3c332f" ma:taxonomyFieldName="MediaServiceImageTags" ma:displayName="Afbeeldingtags" ma:readOnly="false" ma:fieldId="{5cf76f15-5ced-4ddc-b409-7134ff3c332f}" ma:taxonomyMulti="true" ma:sspId="99b6ca76-abda-4f5c-bf70-6374a71c10d9"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387865d-521e-46d8-9fc1-8996810c1a68" elementFormDefault="qualified">
    <xsd:import namespace="http://schemas.microsoft.com/office/2006/documentManagement/types"/>
    <xsd:import namespace="http://schemas.microsoft.com/office/infopath/2007/PartnerControls"/>
    <xsd:element name="SharedWithUsers" ma:index="14"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Gedeeld met details" ma:internalName="SharedWithDetails" ma:readOnly="true">
      <xsd:simpleType>
        <xsd:restriction base="dms:Note">
          <xsd:maxLength value="255"/>
        </xsd:restriction>
      </xsd:simpleType>
    </xsd:element>
    <xsd:element name="TaxCatchAll" ma:index="20" nillable="true" ma:displayName="Taxonomy Catch All Column" ma:hidden="true" ma:list="{1f7594c9-02b8-4c47-a459-efa3b37067d9}" ma:internalName="TaxCatchAll" ma:showField="CatchAllData" ma:web="7387865d-521e-46d8-9fc1-8996810c1a6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1862608-6C6D-4A68-98C1-C653B02697C5}">
  <ds:schemaRefs>
    <ds:schemaRef ds:uri="http://schemas.microsoft.com/office/2006/metadata/properties"/>
    <ds:schemaRef ds:uri="a3fd550a-bf31-4609-a11c-c2c2ff76bee1"/>
    <ds:schemaRef ds:uri="http://schemas.microsoft.com/office/2006/documentManagement/types"/>
    <ds:schemaRef ds:uri="http://purl.org/dc/elements/1.1/"/>
    <ds:schemaRef ds:uri="http://schemas.openxmlformats.org/package/2006/metadata/core-properties"/>
    <ds:schemaRef ds:uri="http://schemas.microsoft.com/office/infopath/2007/PartnerControls"/>
    <ds:schemaRef ds:uri="http://www.w3.org/XML/1998/namespace"/>
    <ds:schemaRef ds:uri="7387865d-521e-46d8-9fc1-8996810c1a68"/>
    <ds:schemaRef ds:uri="http://purl.org/dc/dcmitype/"/>
    <ds:schemaRef ds:uri="http://purl.org/dc/terms/"/>
  </ds:schemaRefs>
</ds:datastoreItem>
</file>

<file path=customXml/itemProps2.xml><?xml version="1.0" encoding="utf-8"?>
<ds:datastoreItem xmlns:ds="http://schemas.openxmlformats.org/officeDocument/2006/customXml" ds:itemID="{4A227CE5-1C7D-400D-B560-A47686AE1F6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3fd550a-bf31-4609-a11c-c2c2ff76bee1"/>
    <ds:schemaRef ds:uri="7387865d-521e-46d8-9fc1-8996810c1a6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489EF1F-C297-455D-971A-3ABF81F985B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12020</TotalTime>
  <Words>823</Words>
  <Application>Microsoft Macintosh PowerPoint</Application>
  <PresentationFormat>Widescreen</PresentationFormat>
  <Paragraphs>78</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Times New Roman</vt:lpstr>
      <vt:lpstr>EB-EN</vt:lpstr>
      <vt:lpstr>    </vt:lpstr>
      <vt:lpstr>    </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Eline Schoe</dc:creator>
  <cp:lastModifiedBy>Bas Bouten</cp:lastModifiedBy>
  <cp:revision>100</cp:revision>
  <dcterms:created xsi:type="dcterms:W3CDTF">2018-03-15T13:05:51Z</dcterms:created>
  <dcterms:modified xsi:type="dcterms:W3CDTF">2026-10-16T12:35:09Z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0x0101008D2CC4DA2EED0142813D0190AC157AD6</vt:lpwstr>
  </property>
  <property fmtid="{D5CDD505-2E9C-101B-9397-08002B2CF9AE}" pid="3" name="MediaServiceImageTags">
    <vt:lpwstr/>
  </property>
</Properties>
</file>